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herry Bomb One" charset="1" panose="02000000000000000000"/>
      <p:regular r:id="rId16"/>
    </p:embeddedFont>
    <p:embeddedFont>
      <p:font typeface="Fredoka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32.png" Type="http://schemas.openxmlformats.org/officeDocument/2006/relationships/image"/><Relationship Id="rId14" Target="../media/image33.svg" Type="http://schemas.openxmlformats.org/officeDocument/2006/relationships/image"/><Relationship Id="rId2" Target="../media/image3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42.png" Type="http://schemas.openxmlformats.org/officeDocument/2006/relationships/image"/><Relationship Id="rId14" Target="../media/image43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.pn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svg" Type="http://schemas.openxmlformats.org/officeDocument/2006/relationships/image"/><Relationship Id="rId11" Target="../media/image53.png" Type="http://schemas.openxmlformats.org/officeDocument/2006/relationships/image"/><Relationship Id="rId12" Target="../media/image54.svg" Type="http://schemas.openxmlformats.org/officeDocument/2006/relationships/image"/><Relationship Id="rId13" Target="../media/image55.png" Type="http://schemas.openxmlformats.org/officeDocument/2006/relationships/imag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.pn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3.png" Type="http://schemas.openxmlformats.org/officeDocument/2006/relationships/image"/><Relationship Id="rId16" Target="../media/image61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svg" Type="http://schemas.openxmlformats.org/officeDocument/2006/relationships/image"/><Relationship Id="rId12" Target="../media/image69.png" Type="http://schemas.openxmlformats.org/officeDocument/2006/relationships/image"/><Relationship Id="rId13" Target="../media/image70.svg" Type="http://schemas.openxmlformats.org/officeDocument/2006/relationships/image"/><Relationship Id="rId14" Target="../media/image8.png" Type="http://schemas.openxmlformats.org/officeDocument/2006/relationships/image"/><Relationship Id="rId15" Target="../media/image9.sv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media/image3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2" Target="../media/image71.png" Type="http://schemas.openxmlformats.org/officeDocument/2006/relationships/imag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2" Target="../media/image74.pn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154" y="459329"/>
            <a:ext cx="17557691" cy="9368341"/>
            <a:chOff x="0" y="0"/>
            <a:chExt cx="4624248" cy="2467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248" cy="2467382"/>
            </a:xfrm>
            <a:custGeom>
              <a:avLst/>
              <a:gdLst/>
              <a:ahLst/>
              <a:cxnLst/>
              <a:rect r="r" b="b" t="t" l="l"/>
              <a:pathLst>
                <a:path h="2467382" w="4624248">
                  <a:moveTo>
                    <a:pt x="30425" y="0"/>
                  </a:moveTo>
                  <a:lnTo>
                    <a:pt x="4593823" y="0"/>
                  </a:lnTo>
                  <a:cubicBezTo>
                    <a:pt x="4610626" y="0"/>
                    <a:pt x="4624248" y="13622"/>
                    <a:pt x="4624248" y="30425"/>
                  </a:cubicBezTo>
                  <a:lnTo>
                    <a:pt x="4624248" y="2436957"/>
                  </a:lnTo>
                  <a:cubicBezTo>
                    <a:pt x="4624248" y="2445026"/>
                    <a:pt x="4621042" y="2452765"/>
                    <a:pt x="4615337" y="2458471"/>
                  </a:cubicBezTo>
                  <a:cubicBezTo>
                    <a:pt x="4609631" y="2464177"/>
                    <a:pt x="4601892" y="2467382"/>
                    <a:pt x="4593823" y="2467382"/>
                  </a:cubicBezTo>
                  <a:lnTo>
                    <a:pt x="30425" y="2467382"/>
                  </a:lnTo>
                  <a:cubicBezTo>
                    <a:pt x="13622" y="2467382"/>
                    <a:pt x="0" y="2453760"/>
                    <a:pt x="0" y="2436957"/>
                  </a:cubicBezTo>
                  <a:lnTo>
                    <a:pt x="0" y="30425"/>
                  </a:lnTo>
                  <a:cubicBezTo>
                    <a:pt x="0" y="22356"/>
                    <a:pt x="3205" y="14617"/>
                    <a:pt x="8911" y="8911"/>
                  </a:cubicBezTo>
                  <a:cubicBezTo>
                    <a:pt x="14617" y="3205"/>
                    <a:pt x="22356" y="0"/>
                    <a:pt x="30425" y="0"/>
                  </a:cubicBezTo>
                  <a:close/>
                </a:path>
              </a:pathLst>
            </a:custGeom>
            <a:solidFill>
              <a:srgbClr val="FFF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248" cy="250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58376" y="3247777"/>
            <a:ext cx="908741" cy="90874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656894">
            <a:off x="13540053" y="2124939"/>
            <a:ext cx="3056917" cy="3154417"/>
          </a:xfrm>
          <a:custGeom>
            <a:avLst/>
            <a:gdLst/>
            <a:ahLst/>
            <a:cxnLst/>
            <a:rect r="r" b="b" t="t" l="l"/>
            <a:pathLst>
              <a:path h="3154417" w="3056917">
                <a:moveTo>
                  <a:pt x="0" y="0"/>
                </a:moveTo>
                <a:lnTo>
                  <a:pt x="3056916" y="0"/>
                </a:lnTo>
                <a:lnTo>
                  <a:pt x="3056916" y="3154417"/>
                </a:lnTo>
                <a:lnTo>
                  <a:pt x="0" y="315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4852520" y="5428848"/>
            <a:ext cx="1420802" cy="142080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72447" y="6824226"/>
            <a:ext cx="1081922" cy="108192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164247">
            <a:off x="10674146" y="5465111"/>
            <a:ext cx="4925085" cy="2979676"/>
          </a:xfrm>
          <a:custGeom>
            <a:avLst/>
            <a:gdLst/>
            <a:ahLst/>
            <a:cxnLst/>
            <a:rect r="r" b="b" t="t" l="l"/>
            <a:pathLst>
              <a:path h="2979676" w="4925085">
                <a:moveTo>
                  <a:pt x="0" y="0"/>
                </a:moveTo>
                <a:lnTo>
                  <a:pt x="4925085" y="0"/>
                </a:lnTo>
                <a:lnTo>
                  <a:pt x="4925085" y="2979677"/>
                </a:lnTo>
                <a:lnTo>
                  <a:pt x="0" y="29796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2144604">
            <a:off x="10904666" y="2348100"/>
            <a:ext cx="2061862" cy="1247426"/>
          </a:xfrm>
          <a:custGeom>
            <a:avLst/>
            <a:gdLst/>
            <a:ahLst/>
            <a:cxnLst/>
            <a:rect r="r" b="b" t="t" l="l"/>
            <a:pathLst>
              <a:path h="1247426" w="2061862">
                <a:moveTo>
                  <a:pt x="2061862" y="0"/>
                </a:moveTo>
                <a:lnTo>
                  <a:pt x="0" y="0"/>
                </a:lnTo>
                <a:lnTo>
                  <a:pt x="0" y="1247426"/>
                </a:lnTo>
                <a:lnTo>
                  <a:pt x="2061862" y="1247426"/>
                </a:lnTo>
                <a:lnTo>
                  <a:pt x="206186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863498" y="4029821"/>
            <a:ext cx="2128677" cy="2140351"/>
          </a:xfrm>
          <a:custGeom>
            <a:avLst/>
            <a:gdLst/>
            <a:ahLst/>
            <a:cxnLst/>
            <a:rect r="r" b="b" t="t" l="l"/>
            <a:pathLst>
              <a:path h="2140351" w="2128677">
                <a:moveTo>
                  <a:pt x="0" y="0"/>
                </a:moveTo>
                <a:lnTo>
                  <a:pt x="2128676" y="0"/>
                </a:lnTo>
                <a:lnTo>
                  <a:pt x="2128676" y="2140351"/>
                </a:lnTo>
                <a:lnTo>
                  <a:pt x="0" y="21403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268325" y="1766524"/>
            <a:ext cx="571653" cy="689494"/>
          </a:xfrm>
          <a:custGeom>
            <a:avLst/>
            <a:gdLst/>
            <a:ahLst/>
            <a:cxnLst/>
            <a:rect r="r" b="b" t="t" l="l"/>
            <a:pathLst>
              <a:path h="689494" w="571653">
                <a:moveTo>
                  <a:pt x="0" y="0"/>
                </a:moveTo>
                <a:lnTo>
                  <a:pt x="571653" y="0"/>
                </a:lnTo>
                <a:lnTo>
                  <a:pt x="571653" y="689494"/>
                </a:lnTo>
                <a:lnTo>
                  <a:pt x="0" y="6894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3878765">
            <a:off x="2536583" y="6939138"/>
            <a:ext cx="753904" cy="878490"/>
          </a:xfrm>
          <a:custGeom>
            <a:avLst/>
            <a:gdLst/>
            <a:ahLst/>
            <a:cxnLst/>
            <a:rect r="r" b="b" t="t" l="l"/>
            <a:pathLst>
              <a:path h="878490" w="753904">
                <a:moveTo>
                  <a:pt x="0" y="0"/>
                </a:moveTo>
                <a:lnTo>
                  <a:pt x="753904" y="0"/>
                </a:lnTo>
                <a:lnTo>
                  <a:pt x="753904" y="878489"/>
                </a:lnTo>
                <a:lnTo>
                  <a:pt x="0" y="8784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3235380" y="1816964"/>
            <a:ext cx="5420497" cy="24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63"/>
              </a:lnSpc>
            </a:pPr>
            <a:r>
              <a:rPr lang="en-US" sz="17563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DIGI</a:t>
            </a:r>
          </a:p>
        </p:txBody>
      </p:sp>
      <p:sp>
        <p:nvSpPr>
          <p:cNvPr name="TextBox 21" id="21"/>
          <p:cNvSpPr txBox="true"/>
          <p:nvPr/>
        </p:nvSpPr>
        <p:spPr>
          <a:xfrm rot="-60614">
            <a:off x="2458057" y="3902581"/>
            <a:ext cx="8824206" cy="264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63"/>
              </a:lnSpc>
            </a:pPr>
            <a:r>
              <a:rPr lang="en-US" sz="17563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CHEESE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16380" y="7324866"/>
            <a:ext cx="692402" cy="6924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1085940">
            <a:off x="9166981" y="6730424"/>
            <a:ext cx="898797" cy="681452"/>
          </a:xfrm>
          <a:custGeom>
            <a:avLst/>
            <a:gdLst/>
            <a:ahLst/>
            <a:cxnLst/>
            <a:rect r="r" b="b" t="t" l="l"/>
            <a:pathLst>
              <a:path h="681452" w="898797">
                <a:moveTo>
                  <a:pt x="0" y="0"/>
                </a:moveTo>
                <a:lnTo>
                  <a:pt x="898797" y="0"/>
                </a:lnTo>
                <a:lnTo>
                  <a:pt x="898797" y="681452"/>
                </a:lnTo>
                <a:lnTo>
                  <a:pt x="0" y="6814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562921" y="7671067"/>
            <a:ext cx="706406" cy="727572"/>
          </a:xfrm>
          <a:custGeom>
            <a:avLst/>
            <a:gdLst/>
            <a:ahLst/>
            <a:cxnLst/>
            <a:rect r="r" b="b" t="t" l="l"/>
            <a:pathLst>
              <a:path h="727572" w="706406">
                <a:moveTo>
                  <a:pt x="0" y="0"/>
                </a:moveTo>
                <a:lnTo>
                  <a:pt x="706406" y="0"/>
                </a:lnTo>
                <a:lnTo>
                  <a:pt x="706406" y="727572"/>
                </a:lnTo>
                <a:lnTo>
                  <a:pt x="0" y="727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-190049">
            <a:off x="882437" y="8565185"/>
            <a:ext cx="951191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CHRISTOPHER RASPAIL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404924" y="1910393"/>
            <a:ext cx="401756" cy="40175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154" y="486987"/>
            <a:ext cx="17557691" cy="9368341"/>
            <a:chOff x="0" y="0"/>
            <a:chExt cx="4624248" cy="2467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248" cy="2467382"/>
            </a:xfrm>
            <a:custGeom>
              <a:avLst/>
              <a:gdLst/>
              <a:ahLst/>
              <a:cxnLst/>
              <a:rect r="r" b="b" t="t" l="l"/>
              <a:pathLst>
                <a:path h="2467382" w="4624248">
                  <a:moveTo>
                    <a:pt x="30425" y="0"/>
                  </a:moveTo>
                  <a:lnTo>
                    <a:pt x="4593823" y="0"/>
                  </a:lnTo>
                  <a:cubicBezTo>
                    <a:pt x="4610626" y="0"/>
                    <a:pt x="4624248" y="13622"/>
                    <a:pt x="4624248" y="30425"/>
                  </a:cubicBezTo>
                  <a:lnTo>
                    <a:pt x="4624248" y="2436957"/>
                  </a:lnTo>
                  <a:cubicBezTo>
                    <a:pt x="4624248" y="2445026"/>
                    <a:pt x="4621042" y="2452765"/>
                    <a:pt x="4615337" y="2458471"/>
                  </a:cubicBezTo>
                  <a:cubicBezTo>
                    <a:pt x="4609631" y="2464177"/>
                    <a:pt x="4601892" y="2467382"/>
                    <a:pt x="4593823" y="2467382"/>
                  </a:cubicBezTo>
                  <a:lnTo>
                    <a:pt x="30425" y="2467382"/>
                  </a:lnTo>
                  <a:cubicBezTo>
                    <a:pt x="13622" y="2467382"/>
                    <a:pt x="0" y="2453760"/>
                    <a:pt x="0" y="2436957"/>
                  </a:cubicBezTo>
                  <a:lnTo>
                    <a:pt x="0" y="30425"/>
                  </a:lnTo>
                  <a:cubicBezTo>
                    <a:pt x="0" y="22356"/>
                    <a:pt x="3205" y="14617"/>
                    <a:pt x="8911" y="8911"/>
                  </a:cubicBezTo>
                  <a:cubicBezTo>
                    <a:pt x="14617" y="3205"/>
                    <a:pt x="22356" y="0"/>
                    <a:pt x="30425" y="0"/>
                  </a:cubicBezTo>
                  <a:close/>
                </a:path>
              </a:pathLst>
            </a:custGeom>
            <a:solidFill>
              <a:srgbClr val="FFF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248" cy="250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55193" y="7197696"/>
            <a:ext cx="908741" cy="90874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31418" y="3583067"/>
            <a:ext cx="1420802" cy="14208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65893" y="3778626"/>
            <a:ext cx="1081922" cy="10819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174695" y="1947273"/>
            <a:ext cx="692402" cy="69240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83880" y="3783026"/>
            <a:ext cx="401756" cy="40175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-1000901">
            <a:off x="7511830" y="6675597"/>
            <a:ext cx="3738161" cy="2261587"/>
          </a:xfrm>
          <a:custGeom>
            <a:avLst/>
            <a:gdLst/>
            <a:ahLst/>
            <a:cxnLst/>
            <a:rect r="r" b="b" t="t" l="l"/>
            <a:pathLst>
              <a:path h="2261587" w="3738161">
                <a:moveTo>
                  <a:pt x="3738161" y="0"/>
                </a:moveTo>
                <a:lnTo>
                  <a:pt x="0" y="0"/>
                </a:lnTo>
                <a:lnTo>
                  <a:pt x="0" y="2261587"/>
                </a:lnTo>
                <a:lnTo>
                  <a:pt x="3738161" y="2261587"/>
                </a:lnTo>
                <a:lnTo>
                  <a:pt x="373816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75794">
            <a:off x="14794244" y="2251073"/>
            <a:ext cx="1633782" cy="988438"/>
          </a:xfrm>
          <a:custGeom>
            <a:avLst/>
            <a:gdLst/>
            <a:ahLst/>
            <a:cxnLst/>
            <a:rect r="r" b="b" t="t" l="l"/>
            <a:pathLst>
              <a:path h="988438" w="1633782">
                <a:moveTo>
                  <a:pt x="0" y="0"/>
                </a:moveTo>
                <a:lnTo>
                  <a:pt x="1633782" y="0"/>
                </a:lnTo>
                <a:lnTo>
                  <a:pt x="1633782" y="988439"/>
                </a:lnTo>
                <a:lnTo>
                  <a:pt x="0" y="988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385636" y="3897371"/>
            <a:ext cx="4928017" cy="4578576"/>
          </a:xfrm>
          <a:custGeom>
            <a:avLst/>
            <a:gdLst/>
            <a:ahLst/>
            <a:cxnLst/>
            <a:rect r="r" b="b" t="t" l="l"/>
            <a:pathLst>
              <a:path h="4578576" w="4928017">
                <a:moveTo>
                  <a:pt x="0" y="0"/>
                </a:moveTo>
                <a:lnTo>
                  <a:pt x="4928017" y="0"/>
                </a:lnTo>
                <a:lnTo>
                  <a:pt x="4928017" y="4578576"/>
                </a:lnTo>
                <a:lnTo>
                  <a:pt x="0" y="4578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3" id="23"/>
          <p:cNvGrpSpPr/>
          <p:nvPr/>
        </p:nvGrpSpPr>
        <p:grpSpPr>
          <a:xfrm rot="0">
            <a:off x="1591927" y="4184782"/>
            <a:ext cx="3018184" cy="2145582"/>
            <a:chOff x="0" y="0"/>
            <a:chExt cx="794913" cy="5650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4913" cy="565092"/>
            </a:xfrm>
            <a:custGeom>
              <a:avLst/>
              <a:gdLst/>
              <a:ahLst/>
              <a:cxnLst/>
              <a:rect r="r" b="b" t="t" l="l"/>
              <a:pathLst>
                <a:path h="565092" w="794913">
                  <a:moveTo>
                    <a:pt x="76953" y="0"/>
                  </a:moveTo>
                  <a:lnTo>
                    <a:pt x="717960" y="0"/>
                  </a:lnTo>
                  <a:cubicBezTo>
                    <a:pt x="760460" y="0"/>
                    <a:pt x="794913" y="34453"/>
                    <a:pt x="794913" y="76953"/>
                  </a:cubicBezTo>
                  <a:lnTo>
                    <a:pt x="794913" y="488139"/>
                  </a:lnTo>
                  <a:cubicBezTo>
                    <a:pt x="794913" y="508548"/>
                    <a:pt x="786805" y="528121"/>
                    <a:pt x="772374" y="542553"/>
                  </a:cubicBezTo>
                  <a:cubicBezTo>
                    <a:pt x="757942" y="556984"/>
                    <a:pt x="738369" y="565092"/>
                    <a:pt x="717960" y="565092"/>
                  </a:cubicBezTo>
                  <a:lnTo>
                    <a:pt x="76953" y="565092"/>
                  </a:lnTo>
                  <a:cubicBezTo>
                    <a:pt x="56544" y="565092"/>
                    <a:pt x="36970" y="556984"/>
                    <a:pt x="22539" y="542553"/>
                  </a:cubicBezTo>
                  <a:cubicBezTo>
                    <a:pt x="8108" y="528121"/>
                    <a:pt x="0" y="508548"/>
                    <a:pt x="0" y="488139"/>
                  </a:cubicBezTo>
                  <a:lnTo>
                    <a:pt x="0" y="76953"/>
                  </a:lnTo>
                  <a:cubicBezTo>
                    <a:pt x="0" y="56544"/>
                    <a:pt x="8108" y="36970"/>
                    <a:pt x="22539" y="22539"/>
                  </a:cubicBezTo>
                  <a:cubicBezTo>
                    <a:pt x="36970" y="8108"/>
                    <a:pt x="56544" y="0"/>
                    <a:pt x="76953" y="0"/>
                  </a:cubicBezTo>
                  <a:close/>
                </a:path>
              </a:pathLst>
            </a:custGeom>
            <a:solidFill>
              <a:srgbClr val="FFF8E8"/>
            </a:solidFill>
            <a:ln w="28575" cap="rnd">
              <a:solidFill>
                <a:srgbClr val="C76F4C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94913" cy="603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84850" y="4558926"/>
            <a:ext cx="3018184" cy="2519726"/>
            <a:chOff x="0" y="0"/>
            <a:chExt cx="794913" cy="6636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4913" cy="663632"/>
            </a:xfrm>
            <a:custGeom>
              <a:avLst/>
              <a:gdLst/>
              <a:ahLst/>
              <a:cxnLst/>
              <a:rect r="r" b="b" t="t" l="l"/>
              <a:pathLst>
                <a:path h="663632" w="794913">
                  <a:moveTo>
                    <a:pt x="76953" y="0"/>
                  </a:moveTo>
                  <a:lnTo>
                    <a:pt x="717960" y="0"/>
                  </a:lnTo>
                  <a:cubicBezTo>
                    <a:pt x="760460" y="0"/>
                    <a:pt x="794913" y="34453"/>
                    <a:pt x="794913" y="76953"/>
                  </a:cubicBezTo>
                  <a:lnTo>
                    <a:pt x="794913" y="586679"/>
                  </a:lnTo>
                  <a:cubicBezTo>
                    <a:pt x="794913" y="607088"/>
                    <a:pt x="786805" y="626661"/>
                    <a:pt x="772374" y="641093"/>
                  </a:cubicBezTo>
                  <a:cubicBezTo>
                    <a:pt x="757942" y="655524"/>
                    <a:pt x="738369" y="663632"/>
                    <a:pt x="717960" y="663632"/>
                  </a:cubicBezTo>
                  <a:lnTo>
                    <a:pt x="76953" y="663632"/>
                  </a:lnTo>
                  <a:cubicBezTo>
                    <a:pt x="56544" y="663632"/>
                    <a:pt x="36970" y="655524"/>
                    <a:pt x="22539" y="641093"/>
                  </a:cubicBezTo>
                  <a:cubicBezTo>
                    <a:pt x="8108" y="626661"/>
                    <a:pt x="0" y="607088"/>
                    <a:pt x="0" y="586679"/>
                  </a:cubicBezTo>
                  <a:lnTo>
                    <a:pt x="0" y="76953"/>
                  </a:lnTo>
                  <a:cubicBezTo>
                    <a:pt x="0" y="56544"/>
                    <a:pt x="8108" y="36970"/>
                    <a:pt x="22539" y="22539"/>
                  </a:cubicBezTo>
                  <a:cubicBezTo>
                    <a:pt x="36970" y="8108"/>
                    <a:pt x="56544" y="0"/>
                    <a:pt x="76953" y="0"/>
                  </a:cubicBezTo>
                  <a:close/>
                </a:path>
              </a:pathLst>
            </a:custGeom>
            <a:solidFill>
              <a:srgbClr val="FFF8E8"/>
            </a:solidFill>
            <a:ln w="28575" cap="rnd">
              <a:solidFill>
                <a:srgbClr val="C76F4C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94913" cy="701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26241" y="6704508"/>
            <a:ext cx="3018184" cy="2334914"/>
            <a:chOff x="0" y="0"/>
            <a:chExt cx="794913" cy="6149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94913" cy="614957"/>
            </a:xfrm>
            <a:custGeom>
              <a:avLst/>
              <a:gdLst/>
              <a:ahLst/>
              <a:cxnLst/>
              <a:rect r="r" b="b" t="t" l="l"/>
              <a:pathLst>
                <a:path h="614957" w="794913">
                  <a:moveTo>
                    <a:pt x="76953" y="0"/>
                  </a:moveTo>
                  <a:lnTo>
                    <a:pt x="717960" y="0"/>
                  </a:lnTo>
                  <a:cubicBezTo>
                    <a:pt x="760460" y="0"/>
                    <a:pt x="794913" y="34453"/>
                    <a:pt x="794913" y="76953"/>
                  </a:cubicBezTo>
                  <a:lnTo>
                    <a:pt x="794913" y="538004"/>
                  </a:lnTo>
                  <a:cubicBezTo>
                    <a:pt x="794913" y="558413"/>
                    <a:pt x="786805" y="577986"/>
                    <a:pt x="772374" y="592418"/>
                  </a:cubicBezTo>
                  <a:cubicBezTo>
                    <a:pt x="757942" y="606849"/>
                    <a:pt x="738369" y="614957"/>
                    <a:pt x="717960" y="614957"/>
                  </a:cubicBezTo>
                  <a:lnTo>
                    <a:pt x="76953" y="614957"/>
                  </a:lnTo>
                  <a:cubicBezTo>
                    <a:pt x="34453" y="614957"/>
                    <a:pt x="0" y="580504"/>
                    <a:pt x="0" y="538004"/>
                  </a:cubicBezTo>
                  <a:lnTo>
                    <a:pt x="0" y="76953"/>
                  </a:lnTo>
                  <a:cubicBezTo>
                    <a:pt x="0" y="56544"/>
                    <a:pt x="8108" y="36970"/>
                    <a:pt x="22539" y="22539"/>
                  </a:cubicBezTo>
                  <a:cubicBezTo>
                    <a:pt x="36970" y="8108"/>
                    <a:pt x="56544" y="0"/>
                    <a:pt x="76953" y="0"/>
                  </a:cubicBezTo>
                  <a:close/>
                </a:path>
              </a:pathLst>
            </a:custGeom>
            <a:solidFill>
              <a:srgbClr val="FFF8E8"/>
            </a:solidFill>
            <a:ln w="28575" cap="rnd">
              <a:solidFill>
                <a:srgbClr val="C76F4C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94913" cy="653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-643769">
            <a:off x="9082005" y="3926616"/>
            <a:ext cx="1756933" cy="1779583"/>
          </a:xfrm>
          <a:custGeom>
            <a:avLst/>
            <a:gdLst/>
            <a:ahLst/>
            <a:cxnLst/>
            <a:rect r="r" b="b" t="t" l="l"/>
            <a:pathLst>
              <a:path h="1779583" w="1756933">
                <a:moveTo>
                  <a:pt x="0" y="0"/>
                </a:moveTo>
                <a:lnTo>
                  <a:pt x="1756933" y="0"/>
                </a:lnTo>
                <a:lnTo>
                  <a:pt x="1756933" y="1779583"/>
                </a:lnTo>
                <a:lnTo>
                  <a:pt x="0" y="17795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5773630" y="7652066"/>
            <a:ext cx="463057" cy="469026"/>
          </a:xfrm>
          <a:custGeom>
            <a:avLst/>
            <a:gdLst/>
            <a:ahLst/>
            <a:cxnLst/>
            <a:rect r="r" b="b" t="t" l="l"/>
            <a:pathLst>
              <a:path h="469026" w="463057">
                <a:moveTo>
                  <a:pt x="0" y="0"/>
                </a:moveTo>
                <a:lnTo>
                  <a:pt x="463057" y="0"/>
                </a:lnTo>
                <a:lnTo>
                  <a:pt x="463057" y="469027"/>
                </a:lnTo>
                <a:lnTo>
                  <a:pt x="0" y="4690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1184758" y="3437900"/>
            <a:ext cx="898797" cy="681452"/>
          </a:xfrm>
          <a:custGeom>
            <a:avLst/>
            <a:gdLst/>
            <a:ahLst/>
            <a:cxnLst/>
            <a:rect r="r" b="b" t="t" l="l"/>
            <a:pathLst>
              <a:path h="681452" w="898797">
                <a:moveTo>
                  <a:pt x="0" y="0"/>
                </a:moveTo>
                <a:lnTo>
                  <a:pt x="898797" y="0"/>
                </a:lnTo>
                <a:lnTo>
                  <a:pt x="898797" y="681452"/>
                </a:lnTo>
                <a:lnTo>
                  <a:pt x="0" y="6814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9763684" y="6136045"/>
            <a:ext cx="1055860" cy="1061651"/>
          </a:xfrm>
          <a:custGeom>
            <a:avLst/>
            <a:gdLst/>
            <a:ahLst/>
            <a:cxnLst/>
            <a:rect r="r" b="b" t="t" l="l"/>
            <a:pathLst>
              <a:path h="1061651" w="1055860">
                <a:moveTo>
                  <a:pt x="0" y="0"/>
                </a:moveTo>
                <a:lnTo>
                  <a:pt x="1055860" y="0"/>
                </a:lnTo>
                <a:lnTo>
                  <a:pt x="1055860" y="1061651"/>
                </a:lnTo>
                <a:lnTo>
                  <a:pt x="0" y="10616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6082711" y="3563138"/>
            <a:ext cx="369509" cy="420766"/>
          </a:xfrm>
          <a:custGeom>
            <a:avLst/>
            <a:gdLst/>
            <a:ahLst/>
            <a:cxnLst/>
            <a:rect r="r" b="b" t="t" l="l"/>
            <a:pathLst>
              <a:path h="420766" w="369509">
                <a:moveTo>
                  <a:pt x="0" y="0"/>
                </a:moveTo>
                <a:lnTo>
                  <a:pt x="369509" y="0"/>
                </a:lnTo>
                <a:lnTo>
                  <a:pt x="369509" y="420766"/>
                </a:lnTo>
                <a:lnTo>
                  <a:pt x="0" y="4207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7" id="37"/>
          <p:cNvSpPr txBox="true"/>
          <p:nvPr/>
        </p:nvSpPr>
        <p:spPr>
          <a:xfrm rot="0">
            <a:off x="1850131" y="4549401"/>
            <a:ext cx="250177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C76F4C"/>
                </a:solidFill>
                <a:latin typeface="Fredoka"/>
                <a:ea typeface="Fredoka"/>
                <a:cs typeface="Fredoka"/>
                <a:sym typeface="Fredoka"/>
              </a:rPr>
              <a:t>Opérateur Colis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43053" y="4923544"/>
            <a:ext cx="250177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C76F4C"/>
                </a:solidFill>
                <a:latin typeface="Fredoka"/>
                <a:ea typeface="Fredoka"/>
                <a:cs typeface="Fredoka"/>
                <a:sym typeface="Fredoka"/>
              </a:rPr>
              <a:t>Opérateur Stock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84445" y="7069127"/>
            <a:ext cx="250177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C76F4C"/>
                </a:solidFill>
                <a:latin typeface="Fredoka"/>
                <a:ea typeface="Fredoka"/>
                <a:cs typeface="Fredoka"/>
                <a:sym typeface="Fredoka"/>
              </a:rPr>
              <a:t>Administrateur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50131" y="4994345"/>
            <a:ext cx="2501777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Traite les courriers reçus, Gestion des comm</a:t>
            </a: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andes, Gestion Client, Envoie d’e-mail.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434394" y="5368488"/>
            <a:ext cx="231909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Gère les Stocks et Inventaire, Traitement des commandes, Accède aux données nécessaires pour ses tâches.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47715" y="7514071"/>
            <a:ext cx="237523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Paramètre les données de calcul de l’Application, Affiche et Imprime les statistiques, Gère les emplacements .</a:t>
            </a:r>
          </a:p>
        </p:txBody>
      </p:sp>
      <p:sp>
        <p:nvSpPr>
          <p:cNvPr name="TextBox 43" id="43"/>
          <p:cNvSpPr txBox="true"/>
          <p:nvPr/>
        </p:nvSpPr>
        <p:spPr>
          <a:xfrm rot="-60614">
            <a:off x="1384774" y="1063862"/>
            <a:ext cx="48701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ACTEURS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63905" y="2215012"/>
            <a:ext cx="4230036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PRINCIPAUX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154" y="459329"/>
            <a:ext cx="17557691" cy="9368341"/>
            <a:chOff x="0" y="0"/>
            <a:chExt cx="4624248" cy="2467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248" cy="2467382"/>
            </a:xfrm>
            <a:custGeom>
              <a:avLst/>
              <a:gdLst/>
              <a:ahLst/>
              <a:cxnLst/>
              <a:rect r="r" b="b" t="t" l="l"/>
              <a:pathLst>
                <a:path h="2467382" w="4624248">
                  <a:moveTo>
                    <a:pt x="30425" y="0"/>
                  </a:moveTo>
                  <a:lnTo>
                    <a:pt x="4593823" y="0"/>
                  </a:lnTo>
                  <a:cubicBezTo>
                    <a:pt x="4610626" y="0"/>
                    <a:pt x="4624248" y="13622"/>
                    <a:pt x="4624248" y="30425"/>
                  </a:cubicBezTo>
                  <a:lnTo>
                    <a:pt x="4624248" y="2436957"/>
                  </a:lnTo>
                  <a:cubicBezTo>
                    <a:pt x="4624248" y="2445026"/>
                    <a:pt x="4621042" y="2452765"/>
                    <a:pt x="4615337" y="2458471"/>
                  </a:cubicBezTo>
                  <a:cubicBezTo>
                    <a:pt x="4609631" y="2464177"/>
                    <a:pt x="4601892" y="2467382"/>
                    <a:pt x="4593823" y="2467382"/>
                  </a:cubicBezTo>
                  <a:lnTo>
                    <a:pt x="30425" y="2467382"/>
                  </a:lnTo>
                  <a:cubicBezTo>
                    <a:pt x="13622" y="2467382"/>
                    <a:pt x="0" y="2453760"/>
                    <a:pt x="0" y="2436957"/>
                  </a:cubicBezTo>
                  <a:lnTo>
                    <a:pt x="0" y="30425"/>
                  </a:lnTo>
                  <a:cubicBezTo>
                    <a:pt x="0" y="22356"/>
                    <a:pt x="3205" y="14617"/>
                    <a:pt x="8911" y="8911"/>
                  </a:cubicBezTo>
                  <a:cubicBezTo>
                    <a:pt x="14617" y="3205"/>
                    <a:pt x="22356" y="0"/>
                    <a:pt x="30425" y="0"/>
                  </a:cubicBezTo>
                  <a:close/>
                </a:path>
              </a:pathLst>
            </a:custGeom>
            <a:solidFill>
              <a:srgbClr val="FFF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248" cy="250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21744" y="7707877"/>
            <a:ext cx="908741" cy="90874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99117" y="4369648"/>
            <a:ext cx="488102" cy="4881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08390" y="8267022"/>
            <a:ext cx="699191" cy="6991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48715" y="3729821"/>
            <a:ext cx="692402" cy="69240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174" y="3449990"/>
            <a:ext cx="401756" cy="40175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-1557550">
            <a:off x="5024392" y="7874343"/>
            <a:ext cx="1556801" cy="941865"/>
          </a:xfrm>
          <a:custGeom>
            <a:avLst/>
            <a:gdLst/>
            <a:ahLst/>
            <a:cxnLst/>
            <a:rect r="r" b="b" t="t" l="l"/>
            <a:pathLst>
              <a:path h="941865" w="1556801">
                <a:moveTo>
                  <a:pt x="1556801" y="0"/>
                </a:moveTo>
                <a:lnTo>
                  <a:pt x="0" y="0"/>
                </a:lnTo>
                <a:lnTo>
                  <a:pt x="0" y="941865"/>
                </a:lnTo>
                <a:lnTo>
                  <a:pt x="1556801" y="941865"/>
                </a:lnTo>
                <a:lnTo>
                  <a:pt x="155680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494830">
            <a:off x="6446967" y="4124300"/>
            <a:ext cx="5831074" cy="4590645"/>
          </a:xfrm>
          <a:custGeom>
            <a:avLst/>
            <a:gdLst/>
            <a:ahLst/>
            <a:cxnLst/>
            <a:rect r="r" b="b" t="t" l="l"/>
            <a:pathLst>
              <a:path h="4590645" w="5831074">
                <a:moveTo>
                  <a:pt x="5831074" y="0"/>
                </a:moveTo>
                <a:lnTo>
                  <a:pt x="0" y="0"/>
                </a:lnTo>
                <a:lnTo>
                  <a:pt x="0" y="4590645"/>
                </a:lnTo>
                <a:lnTo>
                  <a:pt x="5831074" y="4590645"/>
                </a:lnTo>
                <a:lnTo>
                  <a:pt x="583107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2" id="22"/>
          <p:cNvGrpSpPr/>
          <p:nvPr/>
        </p:nvGrpSpPr>
        <p:grpSpPr>
          <a:xfrm rot="0">
            <a:off x="2108390" y="3729821"/>
            <a:ext cx="3794873" cy="1648280"/>
            <a:chOff x="0" y="0"/>
            <a:chExt cx="999473" cy="4341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473" cy="434115"/>
            </a:xfrm>
            <a:custGeom>
              <a:avLst/>
              <a:gdLst/>
              <a:ahLst/>
              <a:cxnLst/>
              <a:rect r="r" b="b" t="t" l="l"/>
              <a:pathLst>
                <a:path h="434115" w="999473">
                  <a:moveTo>
                    <a:pt x="61203" y="0"/>
                  </a:moveTo>
                  <a:lnTo>
                    <a:pt x="938270" y="0"/>
                  </a:lnTo>
                  <a:cubicBezTo>
                    <a:pt x="954502" y="0"/>
                    <a:pt x="970069" y="6448"/>
                    <a:pt x="981547" y="17926"/>
                  </a:cubicBezTo>
                  <a:cubicBezTo>
                    <a:pt x="993025" y="29404"/>
                    <a:pt x="999473" y="44971"/>
                    <a:pt x="999473" y="61203"/>
                  </a:cubicBezTo>
                  <a:lnTo>
                    <a:pt x="999473" y="372912"/>
                  </a:lnTo>
                  <a:cubicBezTo>
                    <a:pt x="999473" y="389144"/>
                    <a:pt x="993025" y="404711"/>
                    <a:pt x="981547" y="416189"/>
                  </a:cubicBezTo>
                  <a:cubicBezTo>
                    <a:pt x="970069" y="427667"/>
                    <a:pt x="954502" y="434115"/>
                    <a:pt x="938270" y="434115"/>
                  </a:cubicBezTo>
                  <a:lnTo>
                    <a:pt x="61203" y="434115"/>
                  </a:lnTo>
                  <a:cubicBezTo>
                    <a:pt x="44971" y="434115"/>
                    <a:pt x="29404" y="427667"/>
                    <a:pt x="17926" y="416189"/>
                  </a:cubicBezTo>
                  <a:cubicBezTo>
                    <a:pt x="6448" y="404711"/>
                    <a:pt x="0" y="389144"/>
                    <a:pt x="0" y="372912"/>
                  </a:cubicBezTo>
                  <a:lnTo>
                    <a:pt x="0" y="61203"/>
                  </a:lnTo>
                  <a:cubicBezTo>
                    <a:pt x="0" y="44971"/>
                    <a:pt x="6448" y="29404"/>
                    <a:pt x="17926" y="17926"/>
                  </a:cubicBezTo>
                  <a:cubicBezTo>
                    <a:pt x="29404" y="6448"/>
                    <a:pt x="44971" y="0"/>
                    <a:pt x="61203" y="0"/>
                  </a:cubicBezTo>
                  <a:close/>
                </a:path>
              </a:pathLst>
            </a:custGeom>
            <a:solidFill>
              <a:srgbClr val="FFF8E8"/>
            </a:solidFill>
            <a:ln w="28575" cap="rnd">
              <a:solidFill>
                <a:srgbClr val="C76F4C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99473" cy="472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821744" y="5527788"/>
            <a:ext cx="3794873" cy="1648280"/>
            <a:chOff x="0" y="0"/>
            <a:chExt cx="999473" cy="4341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9473" cy="434115"/>
            </a:xfrm>
            <a:custGeom>
              <a:avLst/>
              <a:gdLst/>
              <a:ahLst/>
              <a:cxnLst/>
              <a:rect r="r" b="b" t="t" l="l"/>
              <a:pathLst>
                <a:path h="434115" w="999473">
                  <a:moveTo>
                    <a:pt x="61203" y="0"/>
                  </a:moveTo>
                  <a:lnTo>
                    <a:pt x="938270" y="0"/>
                  </a:lnTo>
                  <a:cubicBezTo>
                    <a:pt x="954502" y="0"/>
                    <a:pt x="970069" y="6448"/>
                    <a:pt x="981547" y="17926"/>
                  </a:cubicBezTo>
                  <a:cubicBezTo>
                    <a:pt x="993025" y="29404"/>
                    <a:pt x="999473" y="44971"/>
                    <a:pt x="999473" y="61203"/>
                  </a:cubicBezTo>
                  <a:lnTo>
                    <a:pt x="999473" y="372912"/>
                  </a:lnTo>
                  <a:cubicBezTo>
                    <a:pt x="999473" y="389144"/>
                    <a:pt x="993025" y="404711"/>
                    <a:pt x="981547" y="416189"/>
                  </a:cubicBezTo>
                  <a:cubicBezTo>
                    <a:pt x="970069" y="427667"/>
                    <a:pt x="954502" y="434115"/>
                    <a:pt x="938270" y="434115"/>
                  </a:cubicBezTo>
                  <a:lnTo>
                    <a:pt x="61203" y="434115"/>
                  </a:lnTo>
                  <a:cubicBezTo>
                    <a:pt x="44971" y="434115"/>
                    <a:pt x="29404" y="427667"/>
                    <a:pt x="17926" y="416189"/>
                  </a:cubicBezTo>
                  <a:cubicBezTo>
                    <a:pt x="6448" y="404711"/>
                    <a:pt x="0" y="389144"/>
                    <a:pt x="0" y="372912"/>
                  </a:cubicBezTo>
                  <a:lnTo>
                    <a:pt x="0" y="61203"/>
                  </a:lnTo>
                  <a:cubicBezTo>
                    <a:pt x="0" y="44971"/>
                    <a:pt x="6448" y="29404"/>
                    <a:pt x="17926" y="17926"/>
                  </a:cubicBezTo>
                  <a:cubicBezTo>
                    <a:pt x="29404" y="6448"/>
                    <a:pt x="44971" y="0"/>
                    <a:pt x="61203" y="0"/>
                  </a:cubicBezTo>
                  <a:close/>
                </a:path>
              </a:pathLst>
            </a:custGeom>
            <a:solidFill>
              <a:srgbClr val="FFF8E8"/>
            </a:solidFill>
            <a:ln w="28575" cap="rnd">
              <a:solidFill>
                <a:srgbClr val="C76F4C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99473" cy="472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71982" y="5856616"/>
            <a:ext cx="3794873" cy="1851260"/>
            <a:chOff x="0" y="0"/>
            <a:chExt cx="999473" cy="487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9473" cy="487575"/>
            </a:xfrm>
            <a:custGeom>
              <a:avLst/>
              <a:gdLst/>
              <a:ahLst/>
              <a:cxnLst/>
              <a:rect r="r" b="b" t="t" l="l"/>
              <a:pathLst>
                <a:path h="487575" w="999473">
                  <a:moveTo>
                    <a:pt x="61203" y="0"/>
                  </a:moveTo>
                  <a:lnTo>
                    <a:pt x="938270" y="0"/>
                  </a:lnTo>
                  <a:cubicBezTo>
                    <a:pt x="954502" y="0"/>
                    <a:pt x="970069" y="6448"/>
                    <a:pt x="981547" y="17926"/>
                  </a:cubicBezTo>
                  <a:cubicBezTo>
                    <a:pt x="993025" y="29404"/>
                    <a:pt x="999473" y="44971"/>
                    <a:pt x="999473" y="61203"/>
                  </a:cubicBezTo>
                  <a:lnTo>
                    <a:pt x="999473" y="426372"/>
                  </a:lnTo>
                  <a:cubicBezTo>
                    <a:pt x="999473" y="442604"/>
                    <a:pt x="993025" y="458171"/>
                    <a:pt x="981547" y="469649"/>
                  </a:cubicBezTo>
                  <a:cubicBezTo>
                    <a:pt x="970069" y="481127"/>
                    <a:pt x="954502" y="487575"/>
                    <a:pt x="938270" y="487575"/>
                  </a:cubicBezTo>
                  <a:lnTo>
                    <a:pt x="61203" y="487575"/>
                  </a:lnTo>
                  <a:cubicBezTo>
                    <a:pt x="44971" y="487575"/>
                    <a:pt x="29404" y="481127"/>
                    <a:pt x="17926" y="469649"/>
                  </a:cubicBezTo>
                  <a:cubicBezTo>
                    <a:pt x="6448" y="458171"/>
                    <a:pt x="0" y="442604"/>
                    <a:pt x="0" y="426372"/>
                  </a:cubicBezTo>
                  <a:lnTo>
                    <a:pt x="0" y="61203"/>
                  </a:lnTo>
                  <a:cubicBezTo>
                    <a:pt x="0" y="44971"/>
                    <a:pt x="6448" y="29404"/>
                    <a:pt x="17926" y="17926"/>
                  </a:cubicBezTo>
                  <a:cubicBezTo>
                    <a:pt x="29404" y="6448"/>
                    <a:pt x="44971" y="0"/>
                    <a:pt x="61203" y="0"/>
                  </a:cubicBezTo>
                  <a:close/>
                </a:path>
              </a:pathLst>
            </a:custGeom>
            <a:solidFill>
              <a:srgbClr val="FFF8E8"/>
            </a:solidFill>
            <a:ln w="28575" cap="rnd">
              <a:solidFill>
                <a:srgbClr val="C76F4C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99473" cy="52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6297486">
            <a:off x="15241989" y="7413443"/>
            <a:ext cx="830665" cy="1763959"/>
          </a:xfrm>
          <a:custGeom>
            <a:avLst/>
            <a:gdLst/>
            <a:ahLst/>
            <a:cxnLst/>
            <a:rect r="r" b="b" t="t" l="l"/>
            <a:pathLst>
              <a:path h="1763959" w="830665">
                <a:moveTo>
                  <a:pt x="0" y="0"/>
                </a:moveTo>
                <a:lnTo>
                  <a:pt x="830664" y="0"/>
                </a:lnTo>
                <a:lnTo>
                  <a:pt x="830664" y="1763959"/>
                </a:lnTo>
                <a:lnTo>
                  <a:pt x="0" y="17639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2" id="32"/>
          <p:cNvSpPr/>
          <p:nvPr/>
        </p:nvSpPr>
        <p:spPr>
          <a:xfrm flipH="false" flipV="false" rot="-4798916">
            <a:off x="2730930" y="7948416"/>
            <a:ext cx="703132" cy="1144149"/>
          </a:xfrm>
          <a:custGeom>
            <a:avLst/>
            <a:gdLst/>
            <a:ahLst/>
            <a:cxnLst/>
            <a:rect r="r" b="b" t="t" l="l"/>
            <a:pathLst>
              <a:path h="1144149" w="703132">
                <a:moveTo>
                  <a:pt x="0" y="0"/>
                </a:moveTo>
                <a:lnTo>
                  <a:pt x="703132" y="0"/>
                </a:lnTo>
                <a:lnTo>
                  <a:pt x="703132" y="1144149"/>
                </a:lnTo>
                <a:lnTo>
                  <a:pt x="0" y="11441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276114" y="7543942"/>
            <a:ext cx="1055860" cy="1061651"/>
          </a:xfrm>
          <a:custGeom>
            <a:avLst/>
            <a:gdLst/>
            <a:ahLst/>
            <a:cxnLst/>
            <a:rect r="r" b="b" t="t" l="l"/>
            <a:pathLst>
              <a:path h="1061651" w="1055860">
                <a:moveTo>
                  <a:pt x="0" y="0"/>
                </a:moveTo>
                <a:lnTo>
                  <a:pt x="1055860" y="0"/>
                </a:lnTo>
                <a:lnTo>
                  <a:pt x="1055860" y="1061651"/>
                </a:lnTo>
                <a:lnTo>
                  <a:pt x="0" y="10616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2421364" y="4786996"/>
            <a:ext cx="311551" cy="354769"/>
          </a:xfrm>
          <a:custGeom>
            <a:avLst/>
            <a:gdLst/>
            <a:ahLst/>
            <a:cxnLst/>
            <a:rect r="r" b="b" t="t" l="l"/>
            <a:pathLst>
              <a:path h="354769" w="311551">
                <a:moveTo>
                  <a:pt x="0" y="0"/>
                </a:moveTo>
                <a:lnTo>
                  <a:pt x="311551" y="0"/>
                </a:lnTo>
                <a:lnTo>
                  <a:pt x="311551" y="354769"/>
                </a:lnTo>
                <a:lnTo>
                  <a:pt x="0" y="3547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-283851">
            <a:off x="14916268" y="4587858"/>
            <a:ext cx="1305334" cy="354259"/>
          </a:xfrm>
          <a:custGeom>
            <a:avLst/>
            <a:gdLst/>
            <a:ahLst/>
            <a:cxnLst/>
            <a:rect r="r" b="b" t="t" l="l"/>
            <a:pathLst>
              <a:path h="354259" w="1305334">
                <a:moveTo>
                  <a:pt x="0" y="0"/>
                </a:moveTo>
                <a:lnTo>
                  <a:pt x="1305334" y="0"/>
                </a:lnTo>
                <a:lnTo>
                  <a:pt x="1305334" y="354260"/>
                </a:lnTo>
                <a:lnTo>
                  <a:pt x="0" y="3542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6" id="36"/>
          <p:cNvSpPr txBox="true"/>
          <p:nvPr/>
        </p:nvSpPr>
        <p:spPr>
          <a:xfrm rot="0">
            <a:off x="2433039" y="4094440"/>
            <a:ext cx="314557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C76F4C"/>
                </a:solidFill>
                <a:latin typeface="Fredoka"/>
                <a:ea typeface="Fredoka"/>
                <a:cs typeface="Fredoka"/>
                <a:sym typeface="Fredoka"/>
              </a:rPr>
              <a:t>Poste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46393" y="5892407"/>
            <a:ext cx="314557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C76F4C"/>
                </a:solidFill>
                <a:latin typeface="Fredoka"/>
                <a:ea typeface="Fredoka"/>
                <a:cs typeface="Fredoka"/>
                <a:sym typeface="Fredoka"/>
              </a:rPr>
              <a:t>Système d’envoie d’email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96631" y="6221235"/>
            <a:ext cx="314557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C76F4C"/>
                </a:solidFill>
                <a:latin typeface="Fredoka"/>
                <a:ea typeface="Fredoka"/>
                <a:cs typeface="Fredoka"/>
                <a:sym typeface="Fredoka"/>
              </a:rPr>
              <a:t>Système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433039" y="4539384"/>
            <a:ext cx="314557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Transmet les tarifs postaux.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46393" y="6337351"/>
            <a:ext cx="314557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Permet l’envoie d’e-mail.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96631" y="6666179"/>
            <a:ext cx="314557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Calcul du coût d’un envoi de colis.</a:t>
            </a:r>
          </a:p>
        </p:txBody>
      </p:sp>
      <p:sp>
        <p:nvSpPr>
          <p:cNvPr name="TextBox 42" id="42"/>
          <p:cNvSpPr txBox="true"/>
          <p:nvPr/>
        </p:nvSpPr>
        <p:spPr>
          <a:xfrm rot="-60614">
            <a:off x="11528769" y="885126"/>
            <a:ext cx="48701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ACTEURS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07900" y="2036276"/>
            <a:ext cx="4751400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SECONDAIRES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154" y="459329"/>
            <a:ext cx="17557691" cy="9368341"/>
            <a:chOff x="0" y="0"/>
            <a:chExt cx="4624248" cy="2467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248" cy="2467382"/>
            </a:xfrm>
            <a:custGeom>
              <a:avLst/>
              <a:gdLst/>
              <a:ahLst/>
              <a:cxnLst/>
              <a:rect r="r" b="b" t="t" l="l"/>
              <a:pathLst>
                <a:path h="2467382" w="4624248">
                  <a:moveTo>
                    <a:pt x="30425" y="0"/>
                  </a:moveTo>
                  <a:lnTo>
                    <a:pt x="4593823" y="0"/>
                  </a:lnTo>
                  <a:cubicBezTo>
                    <a:pt x="4610626" y="0"/>
                    <a:pt x="4624248" y="13622"/>
                    <a:pt x="4624248" y="30425"/>
                  </a:cubicBezTo>
                  <a:lnTo>
                    <a:pt x="4624248" y="2436957"/>
                  </a:lnTo>
                  <a:cubicBezTo>
                    <a:pt x="4624248" y="2445026"/>
                    <a:pt x="4621042" y="2452765"/>
                    <a:pt x="4615337" y="2458471"/>
                  </a:cubicBezTo>
                  <a:cubicBezTo>
                    <a:pt x="4609631" y="2464177"/>
                    <a:pt x="4601892" y="2467382"/>
                    <a:pt x="4593823" y="2467382"/>
                  </a:cubicBezTo>
                  <a:lnTo>
                    <a:pt x="30425" y="2467382"/>
                  </a:lnTo>
                  <a:cubicBezTo>
                    <a:pt x="13622" y="2467382"/>
                    <a:pt x="0" y="2453760"/>
                    <a:pt x="0" y="2436957"/>
                  </a:cubicBezTo>
                  <a:lnTo>
                    <a:pt x="0" y="30425"/>
                  </a:lnTo>
                  <a:cubicBezTo>
                    <a:pt x="0" y="22356"/>
                    <a:pt x="3205" y="14617"/>
                    <a:pt x="8911" y="8911"/>
                  </a:cubicBezTo>
                  <a:cubicBezTo>
                    <a:pt x="14617" y="3205"/>
                    <a:pt x="22356" y="0"/>
                    <a:pt x="30425" y="0"/>
                  </a:cubicBezTo>
                  <a:close/>
                </a:path>
              </a:pathLst>
            </a:custGeom>
            <a:solidFill>
              <a:srgbClr val="FFF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248" cy="250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32552" y="6353347"/>
            <a:ext cx="908741" cy="90874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96449" y="1910393"/>
            <a:ext cx="1420802" cy="14208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83636" y="4755621"/>
            <a:ext cx="1081922" cy="10819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35456" y="8186574"/>
            <a:ext cx="692402" cy="69240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17382" y="4939385"/>
            <a:ext cx="401756" cy="40175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785321">
            <a:off x="1243713" y="2074261"/>
            <a:ext cx="5167482" cy="6138477"/>
          </a:xfrm>
          <a:custGeom>
            <a:avLst/>
            <a:gdLst/>
            <a:ahLst/>
            <a:cxnLst/>
            <a:rect r="r" b="b" t="t" l="l"/>
            <a:pathLst>
              <a:path h="6138477" w="5167482">
                <a:moveTo>
                  <a:pt x="0" y="0"/>
                </a:moveTo>
                <a:lnTo>
                  <a:pt x="5167482" y="0"/>
                </a:lnTo>
                <a:lnTo>
                  <a:pt x="5167482" y="6138478"/>
                </a:lnTo>
                <a:lnTo>
                  <a:pt x="0" y="6138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1954954">
            <a:off x="7173827" y="3455333"/>
            <a:ext cx="2042182" cy="1235520"/>
          </a:xfrm>
          <a:custGeom>
            <a:avLst/>
            <a:gdLst/>
            <a:ahLst/>
            <a:cxnLst/>
            <a:rect r="r" b="b" t="t" l="l"/>
            <a:pathLst>
              <a:path h="1235520" w="2042182">
                <a:moveTo>
                  <a:pt x="0" y="0"/>
                </a:moveTo>
                <a:lnTo>
                  <a:pt x="2042181" y="0"/>
                </a:lnTo>
                <a:lnTo>
                  <a:pt x="2042181" y="1235520"/>
                </a:lnTo>
                <a:lnTo>
                  <a:pt x="0" y="1235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903556">
            <a:off x="14117238" y="6028504"/>
            <a:ext cx="3183400" cy="2708784"/>
          </a:xfrm>
          <a:custGeom>
            <a:avLst/>
            <a:gdLst/>
            <a:ahLst/>
            <a:cxnLst/>
            <a:rect r="r" b="b" t="t" l="l"/>
            <a:pathLst>
              <a:path h="2708784" w="3183400">
                <a:moveTo>
                  <a:pt x="0" y="0"/>
                </a:moveTo>
                <a:lnTo>
                  <a:pt x="3183400" y="0"/>
                </a:lnTo>
                <a:lnTo>
                  <a:pt x="3183400" y="2708784"/>
                </a:lnTo>
                <a:lnTo>
                  <a:pt x="0" y="2708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-1386051">
            <a:off x="12166803" y="6332769"/>
            <a:ext cx="950591" cy="601465"/>
          </a:xfrm>
          <a:custGeom>
            <a:avLst/>
            <a:gdLst/>
            <a:ahLst/>
            <a:cxnLst/>
            <a:rect r="r" b="b" t="t" l="l"/>
            <a:pathLst>
              <a:path h="601465" w="950591">
                <a:moveTo>
                  <a:pt x="0" y="0"/>
                </a:moveTo>
                <a:lnTo>
                  <a:pt x="950591" y="0"/>
                </a:lnTo>
                <a:lnTo>
                  <a:pt x="950591" y="601464"/>
                </a:lnTo>
                <a:lnTo>
                  <a:pt x="0" y="6014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6318754" y="2134708"/>
            <a:ext cx="695542" cy="671514"/>
          </a:xfrm>
          <a:custGeom>
            <a:avLst/>
            <a:gdLst/>
            <a:ahLst/>
            <a:cxnLst/>
            <a:rect r="r" b="b" t="t" l="l"/>
            <a:pathLst>
              <a:path h="671514" w="695542">
                <a:moveTo>
                  <a:pt x="0" y="0"/>
                </a:moveTo>
                <a:lnTo>
                  <a:pt x="695542" y="0"/>
                </a:lnTo>
                <a:lnTo>
                  <a:pt x="695542" y="671514"/>
                </a:lnTo>
                <a:lnTo>
                  <a:pt x="0" y="6715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754001">
            <a:off x="16203662" y="2263069"/>
            <a:ext cx="340513" cy="387747"/>
          </a:xfrm>
          <a:custGeom>
            <a:avLst/>
            <a:gdLst/>
            <a:ahLst/>
            <a:cxnLst/>
            <a:rect r="r" b="b" t="t" l="l"/>
            <a:pathLst>
              <a:path h="387747" w="340513">
                <a:moveTo>
                  <a:pt x="0" y="0"/>
                </a:moveTo>
                <a:lnTo>
                  <a:pt x="340512" y="0"/>
                </a:lnTo>
                <a:lnTo>
                  <a:pt x="340512" y="387747"/>
                </a:lnTo>
                <a:lnTo>
                  <a:pt x="0" y="3877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2281657" y="8471564"/>
            <a:ext cx="1255577" cy="246550"/>
          </a:xfrm>
          <a:custGeom>
            <a:avLst/>
            <a:gdLst/>
            <a:ahLst/>
            <a:cxnLst/>
            <a:rect r="r" b="b" t="t" l="l"/>
            <a:pathLst>
              <a:path h="246550" w="1255577">
                <a:moveTo>
                  <a:pt x="0" y="0"/>
                </a:moveTo>
                <a:lnTo>
                  <a:pt x="1255576" y="0"/>
                </a:lnTo>
                <a:lnTo>
                  <a:pt x="1255576" y="246550"/>
                </a:lnTo>
                <a:lnTo>
                  <a:pt x="0" y="2465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-60614">
            <a:off x="10629609" y="1252030"/>
            <a:ext cx="48701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ACTEURS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08740" y="2403180"/>
            <a:ext cx="4230036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AUTRES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744662" y="3692861"/>
            <a:ext cx="3794873" cy="1648280"/>
            <a:chOff x="0" y="0"/>
            <a:chExt cx="999473" cy="4341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473" cy="434115"/>
            </a:xfrm>
            <a:custGeom>
              <a:avLst/>
              <a:gdLst/>
              <a:ahLst/>
              <a:cxnLst/>
              <a:rect r="r" b="b" t="t" l="l"/>
              <a:pathLst>
                <a:path h="434115" w="999473">
                  <a:moveTo>
                    <a:pt x="61203" y="0"/>
                  </a:moveTo>
                  <a:lnTo>
                    <a:pt x="938270" y="0"/>
                  </a:lnTo>
                  <a:cubicBezTo>
                    <a:pt x="954502" y="0"/>
                    <a:pt x="970069" y="6448"/>
                    <a:pt x="981547" y="17926"/>
                  </a:cubicBezTo>
                  <a:cubicBezTo>
                    <a:pt x="993025" y="29404"/>
                    <a:pt x="999473" y="44971"/>
                    <a:pt x="999473" y="61203"/>
                  </a:cubicBezTo>
                  <a:lnTo>
                    <a:pt x="999473" y="372912"/>
                  </a:lnTo>
                  <a:cubicBezTo>
                    <a:pt x="999473" y="389144"/>
                    <a:pt x="993025" y="404711"/>
                    <a:pt x="981547" y="416189"/>
                  </a:cubicBezTo>
                  <a:cubicBezTo>
                    <a:pt x="970069" y="427667"/>
                    <a:pt x="954502" y="434115"/>
                    <a:pt x="938270" y="434115"/>
                  </a:cubicBezTo>
                  <a:lnTo>
                    <a:pt x="61203" y="434115"/>
                  </a:lnTo>
                  <a:cubicBezTo>
                    <a:pt x="44971" y="434115"/>
                    <a:pt x="29404" y="427667"/>
                    <a:pt x="17926" y="416189"/>
                  </a:cubicBezTo>
                  <a:cubicBezTo>
                    <a:pt x="6448" y="404711"/>
                    <a:pt x="0" y="389144"/>
                    <a:pt x="0" y="372912"/>
                  </a:cubicBezTo>
                  <a:lnTo>
                    <a:pt x="0" y="61203"/>
                  </a:lnTo>
                  <a:cubicBezTo>
                    <a:pt x="0" y="44971"/>
                    <a:pt x="6448" y="29404"/>
                    <a:pt x="17926" y="17926"/>
                  </a:cubicBezTo>
                  <a:cubicBezTo>
                    <a:pt x="29404" y="6448"/>
                    <a:pt x="44971" y="0"/>
                    <a:pt x="61203" y="0"/>
                  </a:cubicBezTo>
                  <a:close/>
                </a:path>
              </a:pathLst>
            </a:custGeom>
            <a:solidFill>
              <a:srgbClr val="FFF8E8"/>
            </a:solidFill>
            <a:ln w="28575" cap="rnd">
              <a:solidFill>
                <a:srgbClr val="C76F4C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99473" cy="472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069311" y="4057480"/>
            <a:ext cx="314557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C76F4C"/>
                </a:solidFill>
                <a:latin typeface="Fredoka"/>
                <a:ea typeface="Fredoka"/>
                <a:cs typeface="Fredoka"/>
                <a:sym typeface="Fredoka"/>
              </a:rPr>
              <a:t>Client: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69311" y="4502423"/>
            <a:ext cx="314557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Effectue une command</a:t>
            </a: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824265" y="6457266"/>
            <a:ext cx="3794873" cy="1851260"/>
            <a:chOff x="0" y="0"/>
            <a:chExt cx="999473" cy="4875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99473" cy="487575"/>
            </a:xfrm>
            <a:custGeom>
              <a:avLst/>
              <a:gdLst/>
              <a:ahLst/>
              <a:cxnLst/>
              <a:rect r="r" b="b" t="t" l="l"/>
              <a:pathLst>
                <a:path h="487575" w="999473">
                  <a:moveTo>
                    <a:pt x="61203" y="0"/>
                  </a:moveTo>
                  <a:lnTo>
                    <a:pt x="938270" y="0"/>
                  </a:lnTo>
                  <a:cubicBezTo>
                    <a:pt x="954502" y="0"/>
                    <a:pt x="970069" y="6448"/>
                    <a:pt x="981547" y="17926"/>
                  </a:cubicBezTo>
                  <a:cubicBezTo>
                    <a:pt x="993025" y="29404"/>
                    <a:pt x="999473" y="44971"/>
                    <a:pt x="999473" y="61203"/>
                  </a:cubicBezTo>
                  <a:lnTo>
                    <a:pt x="999473" y="426372"/>
                  </a:lnTo>
                  <a:cubicBezTo>
                    <a:pt x="999473" y="442604"/>
                    <a:pt x="993025" y="458171"/>
                    <a:pt x="981547" y="469649"/>
                  </a:cubicBezTo>
                  <a:cubicBezTo>
                    <a:pt x="970069" y="481127"/>
                    <a:pt x="954502" y="487575"/>
                    <a:pt x="938270" y="487575"/>
                  </a:cubicBezTo>
                  <a:lnTo>
                    <a:pt x="61203" y="487575"/>
                  </a:lnTo>
                  <a:cubicBezTo>
                    <a:pt x="44971" y="487575"/>
                    <a:pt x="29404" y="481127"/>
                    <a:pt x="17926" y="469649"/>
                  </a:cubicBezTo>
                  <a:cubicBezTo>
                    <a:pt x="6448" y="458171"/>
                    <a:pt x="0" y="442604"/>
                    <a:pt x="0" y="426372"/>
                  </a:cubicBezTo>
                  <a:lnTo>
                    <a:pt x="0" y="61203"/>
                  </a:lnTo>
                  <a:cubicBezTo>
                    <a:pt x="0" y="44971"/>
                    <a:pt x="6448" y="29404"/>
                    <a:pt x="17926" y="17926"/>
                  </a:cubicBezTo>
                  <a:cubicBezTo>
                    <a:pt x="29404" y="6448"/>
                    <a:pt x="44971" y="0"/>
                    <a:pt x="61203" y="0"/>
                  </a:cubicBezTo>
                  <a:close/>
                </a:path>
              </a:pathLst>
            </a:custGeom>
            <a:solidFill>
              <a:srgbClr val="FFF8E8"/>
            </a:solidFill>
            <a:ln w="28575" cap="rnd">
              <a:solidFill>
                <a:srgbClr val="C76F4C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99473" cy="52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148914" y="6821885"/>
            <a:ext cx="314557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C76F4C"/>
                </a:solidFill>
                <a:latin typeface="Fredoka"/>
                <a:ea typeface="Fredoka"/>
                <a:cs typeface="Fredoka"/>
                <a:sym typeface="Fredoka"/>
              </a:rPr>
              <a:t>Site Web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48914" y="7266829"/>
            <a:ext cx="314557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Renseigne les informations sur le programme de fidélité.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01608" y="8690838"/>
            <a:ext cx="32793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600">
                <a:solidFill>
                  <a:srgbClr val="402A02"/>
                </a:solidFill>
                <a:latin typeface="Fredoka"/>
                <a:ea typeface="Fredoka"/>
                <a:cs typeface="Fredoka"/>
                <a:sym typeface="Fredoka"/>
              </a:rPr>
              <a:t>Uniquement dans le schéma global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154" y="459329"/>
            <a:ext cx="17557691" cy="9368341"/>
            <a:chOff x="0" y="0"/>
            <a:chExt cx="4624248" cy="2467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248" cy="2467382"/>
            </a:xfrm>
            <a:custGeom>
              <a:avLst/>
              <a:gdLst/>
              <a:ahLst/>
              <a:cxnLst/>
              <a:rect r="r" b="b" t="t" l="l"/>
              <a:pathLst>
                <a:path h="2467382" w="4624248">
                  <a:moveTo>
                    <a:pt x="30425" y="0"/>
                  </a:moveTo>
                  <a:lnTo>
                    <a:pt x="4593823" y="0"/>
                  </a:lnTo>
                  <a:cubicBezTo>
                    <a:pt x="4610626" y="0"/>
                    <a:pt x="4624248" y="13622"/>
                    <a:pt x="4624248" y="30425"/>
                  </a:cubicBezTo>
                  <a:lnTo>
                    <a:pt x="4624248" y="2436957"/>
                  </a:lnTo>
                  <a:cubicBezTo>
                    <a:pt x="4624248" y="2445026"/>
                    <a:pt x="4621042" y="2452765"/>
                    <a:pt x="4615337" y="2458471"/>
                  </a:cubicBezTo>
                  <a:cubicBezTo>
                    <a:pt x="4609631" y="2464177"/>
                    <a:pt x="4601892" y="2467382"/>
                    <a:pt x="4593823" y="2467382"/>
                  </a:cubicBezTo>
                  <a:lnTo>
                    <a:pt x="30425" y="2467382"/>
                  </a:lnTo>
                  <a:cubicBezTo>
                    <a:pt x="13622" y="2467382"/>
                    <a:pt x="0" y="2453760"/>
                    <a:pt x="0" y="2436957"/>
                  </a:cubicBezTo>
                  <a:lnTo>
                    <a:pt x="0" y="30425"/>
                  </a:lnTo>
                  <a:cubicBezTo>
                    <a:pt x="0" y="22356"/>
                    <a:pt x="3205" y="14617"/>
                    <a:pt x="8911" y="8911"/>
                  </a:cubicBezTo>
                  <a:cubicBezTo>
                    <a:pt x="14617" y="3205"/>
                    <a:pt x="22356" y="0"/>
                    <a:pt x="30425" y="0"/>
                  </a:cubicBezTo>
                  <a:close/>
                </a:path>
              </a:pathLst>
            </a:custGeom>
            <a:solidFill>
              <a:srgbClr val="FFF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248" cy="250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61383" y="5230508"/>
            <a:ext cx="908741" cy="90874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4073" y="6699300"/>
            <a:ext cx="1420802" cy="14208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408274">
            <a:off x="1875102" y="4542871"/>
            <a:ext cx="2199548" cy="4114800"/>
          </a:xfrm>
          <a:custGeom>
            <a:avLst/>
            <a:gdLst/>
            <a:ahLst/>
            <a:cxnLst/>
            <a:rect r="r" b="b" t="t" l="l"/>
            <a:pathLst>
              <a:path h="4114800" w="2199548">
                <a:moveTo>
                  <a:pt x="0" y="0"/>
                </a:moveTo>
                <a:lnTo>
                  <a:pt x="2199547" y="0"/>
                </a:lnTo>
                <a:lnTo>
                  <a:pt x="21995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5532016" y="4832185"/>
            <a:ext cx="129254" cy="12925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98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433453" y="5608424"/>
            <a:ext cx="1055860" cy="1061651"/>
          </a:xfrm>
          <a:custGeom>
            <a:avLst/>
            <a:gdLst/>
            <a:ahLst/>
            <a:cxnLst/>
            <a:rect r="r" b="b" t="t" l="l"/>
            <a:pathLst>
              <a:path h="1061651" w="1055860">
                <a:moveTo>
                  <a:pt x="0" y="0"/>
                </a:moveTo>
                <a:lnTo>
                  <a:pt x="1055860" y="0"/>
                </a:lnTo>
                <a:lnTo>
                  <a:pt x="1055860" y="1061651"/>
                </a:lnTo>
                <a:lnTo>
                  <a:pt x="0" y="10616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868677" y="987832"/>
            <a:ext cx="8275323" cy="96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2"/>
              </a:lnSpc>
            </a:pPr>
            <a:r>
              <a:rPr lang="en-US" sz="7202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SCHEMA GLOBAL</a:t>
            </a:r>
          </a:p>
        </p:txBody>
      </p:sp>
      <p:sp>
        <p:nvSpPr>
          <p:cNvPr name="TextBox 17" id="17"/>
          <p:cNvSpPr txBox="true"/>
          <p:nvPr/>
        </p:nvSpPr>
        <p:spPr>
          <a:xfrm rot="-60614">
            <a:off x="880814" y="2314188"/>
            <a:ext cx="5679932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ARCHITECTURE SYSTÈME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93987" y="475836"/>
            <a:ext cx="9265313" cy="9335328"/>
          </a:xfrm>
          <a:custGeom>
            <a:avLst/>
            <a:gdLst/>
            <a:ahLst/>
            <a:cxnLst/>
            <a:rect r="r" b="b" t="t" l="l"/>
            <a:pathLst>
              <a:path h="9335328" w="9265313">
                <a:moveTo>
                  <a:pt x="0" y="0"/>
                </a:moveTo>
                <a:lnTo>
                  <a:pt x="9265313" y="0"/>
                </a:lnTo>
                <a:lnTo>
                  <a:pt x="9265313" y="9335328"/>
                </a:lnTo>
                <a:lnTo>
                  <a:pt x="0" y="9335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699979" y="8494501"/>
            <a:ext cx="1081922" cy="108192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5240940" y="7253122"/>
            <a:ext cx="2378684" cy="2445376"/>
          </a:xfrm>
          <a:custGeom>
            <a:avLst/>
            <a:gdLst/>
            <a:ahLst/>
            <a:cxnLst/>
            <a:rect r="r" b="b" t="t" l="l"/>
            <a:pathLst>
              <a:path h="2445376" w="2378684">
                <a:moveTo>
                  <a:pt x="0" y="0"/>
                </a:moveTo>
                <a:lnTo>
                  <a:pt x="2378684" y="0"/>
                </a:lnTo>
                <a:lnTo>
                  <a:pt x="2378684" y="2445375"/>
                </a:lnTo>
                <a:lnTo>
                  <a:pt x="0" y="24453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7308073" y="7253122"/>
            <a:ext cx="311551" cy="354769"/>
          </a:xfrm>
          <a:custGeom>
            <a:avLst/>
            <a:gdLst/>
            <a:ahLst/>
            <a:cxnLst/>
            <a:rect r="r" b="b" t="t" l="l"/>
            <a:pathLst>
              <a:path h="354769" w="311551">
                <a:moveTo>
                  <a:pt x="0" y="0"/>
                </a:moveTo>
                <a:lnTo>
                  <a:pt x="311551" y="0"/>
                </a:lnTo>
                <a:lnTo>
                  <a:pt x="311551" y="354768"/>
                </a:lnTo>
                <a:lnTo>
                  <a:pt x="0" y="3547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4" id="24"/>
          <p:cNvGrpSpPr/>
          <p:nvPr/>
        </p:nvGrpSpPr>
        <p:grpSpPr>
          <a:xfrm rot="0">
            <a:off x="16776121" y="699766"/>
            <a:ext cx="692402" cy="69240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true" flipV="false" rot="464059">
            <a:off x="16014174" y="931191"/>
            <a:ext cx="1523894" cy="921956"/>
          </a:xfrm>
          <a:custGeom>
            <a:avLst/>
            <a:gdLst/>
            <a:ahLst/>
            <a:cxnLst/>
            <a:rect r="r" b="b" t="t" l="l"/>
            <a:pathLst>
              <a:path h="921956" w="1523894">
                <a:moveTo>
                  <a:pt x="1523894" y="0"/>
                </a:moveTo>
                <a:lnTo>
                  <a:pt x="0" y="0"/>
                </a:lnTo>
                <a:lnTo>
                  <a:pt x="0" y="921956"/>
                </a:lnTo>
                <a:lnTo>
                  <a:pt x="1523894" y="921956"/>
                </a:lnTo>
                <a:lnTo>
                  <a:pt x="1523894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7615442">
            <a:off x="17028137" y="3243406"/>
            <a:ext cx="462326" cy="752305"/>
          </a:xfrm>
          <a:custGeom>
            <a:avLst/>
            <a:gdLst/>
            <a:ahLst/>
            <a:cxnLst/>
            <a:rect r="r" b="b" t="t" l="l"/>
            <a:pathLst>
              <a:path h="752305" w="462326">
                <a:moveTo>
                  <a:pt x="0" y="0"/>
                </a:moveTo>
                <a:lnTo>
                  <a:pt x="462326" y="0"/>
                </a:lnTo>
                <a:lnTo>
                  <a:pt x="462326" y="752305"/>
                </a:lnTo>
                <a:lnTo>
                  <a:pt x="0" y="7523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6575243" y="3418680"/>
            <a:ext cx="401756" cy="401756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154" y="459329"/>
            <a:ext cx="17557691" cy="9368341"/>
            <a:chOff x="0" y="0"/>
            <a:chExt cx="4624248" cy="2467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248" cy="2467382"/>
            </a:xfrm>
            <a:custGeom>
              <a:avLst/>
              <a:gdLst/>
              <a:ahLst/>
              <a:cxnLst/>
              <a:rect r="r" b="b" t="t" l="l"/>
              <a:pathLst>
                <a:path h="2467382" w="4624248">
                  <a:moveTo>
                    <a:pt x="30425" y="0"/>
                  </a:moveTo>
                  <a:lnTo>
                    <a:pt x="4593823" y="0"/>
                  </a:lnTo>
                  <a:cubicBezTo>
                    <a:pt x="4610626" y="0"/>
                    <a:pt x="4624248" y="13622"/>
                    <a:pt x="4624248" y="30425"/>
                  </a:cubicBezTo>
                  <a:lnTo>
                    <a:pt x="4624248" y="2436957"/>
                  </a:lnTo>
                  <a:cubicBezTo>
                    <a:pt x="4624248" y="2445026"/>
                    <a:pt x="4621042" y="2452765"/>
                    <a:pt x="4615337" y="2458471"/>
                  </a:cubicBezTo>
                  <a:cubicBezTo>
                    <a:pt x="4609631" y="2464177"/>
                    <a:pt x="4601892" y="2467382"/>
                    <a:pt x="4593823" y="2467382"/>
                  </a:cubicBezTo>
                  <a:lnTo>
                    <a:pt x="30425" y="2467382"/>
                  </a:lnTo>
                  <a:cubicBezTo>
                    <a:pt x="13622" y="2467382"/>
                    <a:pt x="0" y="2453760"/>
                    <a:pt x="0" y="2436957"/>
                  </a:cubicBezTo>
                  <a:lnTo>
                    <a:pt x="0" y="30425"/>
                  </a:lnTo>
                  <a:cubicBezTo>
                    <a:pt x="0" y="22356"/>
                    <a:pt x="3205" y="14617"/>
                    <a:pt x="8911" y="8911"/>
                  </a:cubicBezTo>
                  <a:cubicBezTo>
                    <a:pt x="14617" y="3205"/>
                    <a:pt x="22356" y="0"/>
                    <a:pt x="30425" y="0"/>
                  </a:cubicBezTo>
                  <a:close/>
                </a:path>
              </a:pathLst>
            </a:custGeom>
            <a:solidFill>
              <a:srgbClr val="FFF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248" cy="250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967681" y="841448"/>
            <a:ext cx="908741" cy="90874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561335" y="3992663"/>
            <a:ext cx="1420802" cy="14208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601374" y="8344977"/>
            <a:ext cx="692402" cy="69240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24868" y="5638844"/>
            <a:ext cx="401756" cy="40175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615605">
            <a:off x="2166207" y="4529600"/>
            <a:ext cx="4987925" cy="4280547"/>
          </a:xfrm>
          <a:custGeom>
            <a:avLst/>
            <a:gdLst/>
            <a:ahLst/>
            <a:cxnLst/>
            <a:rect r="r" b="b" t="t" l="l"/>
            <a:pathLst>
              <a:path h="4280547" w="4987925">
                <a:moveTo>
                  <a:pt x="0" y="0"/>
                </a:moveTo>
                <a:lnTo>
                  <a:pt x="4987925" y="0"/>
                </a:lnTo>
                <a:lnTo>
                  <a:pt x="4987925" y="4280546"/>
                </a:lnTo>
                <a:lnTo>
                  <a:pt x="0" y="428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true" flipV="false" rot="-1831925">
            <a:off x="2124543" y="3774698"/>
            <a:ext cx="2243276" cy="1357182"/>
          </a:xfrm>
          <a:custGeom>
            <a:avLst/>
            <a:gdLst/>
            <a:ahLst/>
            <a:cxnLst/>
            <a:rect r="r" b="b" t="t" l="l"/>
            <a:pathLst>
              <a:path h="1357182" w="2243276">
                <a:moveTo>
                  <a:pt x="2243276" y="0"/>
                </a:moveTo>
                <a:lnTo>
                  <a:pt x="0" y="0"/>
                </a:lnTo>
                <a:lnTo>
                  <a:pt x="0" y="1357182"/>
                </a:lnTo>
                <a:lnTo>
                  <a:pt x="2243276" y="1357182"/>
                </a:lnTo>
                <a:lnTo>
                  <a:pt x="224327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107771" y="8017269"/>
            <a:ext cx="655417" cy="65541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4414523">
            <a:off x="5607221" y="7934833"/>
            <a:ext cx="484391" cy="788210"/>
          </a:xfrm>
          <a:custGeom>
            <a:avLst/>
            <a:gdLst/>
            <a:ahLst/>
            <a:cxnLst/>
            <a:rect r="r" b="b" t="t" l="l"/>
            <a:pathLst>
              <a:path h="788210" w="484391">
                <a:moveTo>
                  <a:pt x="0" y="0"/>
                </a:moveTo>
                <a:lnTo>
                  <a:pt x="484391" y="0"/>
                </a:lnTo>
                <a:lnTo>
                  <a:pt x="484391" y="788211"/>
                </a:lnTo>
                <a:lnTo>
                  <a:pt x="0" y="78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2025746" y="4882640"/>
            <a:ext cx="1055860" cy="1061651"/>
          </a:xfrm>
          <a:custGeom>
            <a:avLst/>
            <a:gdLst/>
            <a:ahLst/>
            <a:cxnLst/>
            <a:rect r="r" b="b" t="t" l="l"/>
            <a:pathLst>
              <a:path h="1061651" w="1055860">
                <a:moveTo>
                  <a:pt x="0" y="0"/>
                </a:moveTo>
                <a:lnTo>
                  <a:pt x="1055860" y="0"/>
                </a:lnTo>
                <a:lnTo>
                  <a:pt x="1055860" y="1061651"/>
                </a:lnTo>
                <a:lnTo>
                  <a:pt x="0" y="10616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3054452">
            <a:off x="16596644" y="690119"/>
            <a:ext cx="975906" cy="1367189"/>
          </a:xfrm>
          <a:custGeom>
            <a:avLst/>
            <a:gdLst/>
            <a:ahLst/>
            <a:cxnLst/>
            <a:rect r="r" b="b" t="t" l="l"/>
            <a:pathLst>
              <a:path h="1367189" w="975906">
                <a:moveTo>
                  <a:pt x="0" y="0"/>
                </a:moveTo>
                <a:lnTo>
                  <a:pt x="975906" y="0"/>
                </a:lnTo>
                <a:lnTo>
                  <a:pt x="975906" y="1367189"/>
                </a:lnTo>
                <a:lnTo>
                  <a:pt x="0" y="13671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7117896" y="9117683"/>
            <a:ext cx="449925" cy="531027"/>
          </a:xfrm>
          <a:custGeom>
            <a:avLst/>
            <a:gdLst/>
            <a:ahLst/>
            <a:cxnLst/>
            <a:rect r="r" b="b" t="t" l="l"/>
            <a:pathLst>
              <a:path h="531027" w="449925">
                <a:moveTo>
                  <a:pt x="0" y="0"/>
                </a:moveTo>
                <a:lnTo>
                  <a:pt x="449925" y="0"/>
                </a:lnTo>
                <a:lnTo>
                  <a:pt x="449925" y="531027"/>
                </a:lnTo>
                <a:lnTo>
                  <a:pt x="0" y="5310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8611151" y="459329"/>
            <a:ext cx="7635198" cy="9368341"/>
          </a:xfrm>
          <a:custGeom>
            <a:avLst/>
            <a:gdLst/>
            <a:ahLst/>
            <a:cxnLst/>
            <a:rect r="r" b="b" t="t" l="l"/>
            <a:pathLst>
              <a:path h="9368341" w="7635198">
                <a:moveTo>
                  <a:pt x="0" y="0"/>
                </a:moveTo>
                <a:lnTo>
                  <a:pt x="7635198" y="0"/>
                </a:lnTo>
                <a:lnTo>
                  <a:pt x="7635198" y="9368342"/>
                </a:lnTo>
                <a:lnTo>
                  <a:pt x="0" y="936834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63475" y="2117718"/>
            <a:ext cx="10866212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DE CAS D’UTILISATION</a:t>
            </a:r>
          </a:p>
        </p:txBody>
      </p:sp>
      <p:sp>
        <p:nvSpPr>
          <p:cNvPr name="TextBox 28" id="28"/>
          <p:cNvSpPr txBox="true"/>
          <p:nvPr/>
        </p:nvSpPr>
        <p:spPr>
          <a:xfrm rot="-60614">
            <a:off x="1273357" y="958414"/>
            <a:ext cx="12446581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DIAGRAMME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154" y="459329"/>
            <a:ext cx="17557691" cy="9368341"/>
            <a:chOff x="0" y="0"/>
            <a:chExt cx="4624248" cy="2467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248" cy="2467382"/>
            </a:xfrm>
            <a:custGeom>
              <a:avLst/>
              <a:gdLst/>
              <a:ahLst/>
              <a:cxnLst/>
              <a:rect r="r" b="b" t="t" l="l"/>
              <a:pathLst>
                <a:path h="2467382" w="4624248">
                  <a:moveTo>
                    <a:pt x="30425" y="0"/>
                  </a:moveTo>
                  <a:lnTo>
                    <a:pt x="4593823" y="0"/>
                  </a:lnTo>
                  <a:cubicBezTo>
                    <a:pt x="4610626" y="0"/>
                    <a:pt x="4624248" y="13622"/>
                    <a:pt x="4624248" y="30425"/>
                  </a:cubicBezTo>
                  <a:lnTo>
                    <a:pt x="4624248" y="2436957"/>
                  </a:lnTo>
                  <a:cubicBezTo>
                    <a:pt x="4624248" y="2445026"/>
                    <a:pt x="4621042" y="2452765"/>
                    <a:pt x="4615337" y="2458471"/>
                  </a:cubicBezTo>
                  <a:cubicBezTo>
                    <a:pt x="4609631" y="2464177"/>
                    <a:pt x="4601892" y="2467382"/>
                    <a:pt x="4593823" y="2467382"/>
                  </a:cubicBezTo>
                  <a:lnTo>
                    <a:pt x="30425" y="2467382"/>
                  </a:lnTo>
                  <a:cubicBezTo>
                    <a:pt x="13622" y="2467382"/>
                    <a:pt x="0" y="2453760"/>
                    <a:pt x="0" y="2436957"/>
                  </a:cubicBezTo>
                  <a:lnTo>
                    <a:pt x="0" y="30425"/>
                  </a:lnTo>
                  <a:cubicBezTo>
                    <a:pt x="0" y="22356"/>
                    <a:pt x="3205" y="14617"/>
                    <a:pt x="8911" y="8911"/>
                  </a:cubicBezTo>
                  <a:cubicBezTo>
                    <a:pt x="14617" y="3205"/>
                    <a:pt x="22356" y="0"/>
                    <a:pt x="30425" y="0"/>
                  </a:cubicBezTo>
                  <a:close/>
                </a:path>
              </a:pathLst>
            </a:custGeom>
            <a:solidFill>
              <a:srgbClr val="FFF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248" cy="250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226583" y="2696687"/>
            <a:ext cx="4230036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GESTION DES COLIS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192003" y="4864316"/>
            <a:ext cx="622269" cy="62226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3414494">
            <a:off x="10390613" y="7897518"/>
            <a:ext cx="1420802" cy="142080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174934" y="727993"/>
            <a:ext cx="8270327" cy="8894914"/>
          </a:xfrm>
          <a:custGeom>
            <a:avLst/>
            <a:gdLst/>
            <a:ahLst/>
            <a:cxnLst/>
            <a:rect r="r" b="b" t="t" l="l"/>
            <a:pathLst>
              <a:path h="8894914" w="8270327">
                <a:moveTo>
                  <a:pt x="0" y="0"/>
                </a:moveTo>
                <a:lnTo>
                  <a:pt x="8270327" y="0"/>
                </a:lnTo>
                <a:lnTo>
                  <a:pt x="8270327" y="8894914"/>
                </a:lnTo>
                <a:lnTo>
                  <a:pt x="0" y="8894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" t="-443" r="-1588" b="-78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84052" y="4516722"/>
            <a:ext cx="5419086" cy="5074235"/>
          </a:xfrm>
          <a:custGeom>
            <a:avLst/>
            <a:gdLst/>
            <a:ahLst/>
            <a:cxnLst/>
            <a:rect r="r" b="b" t="t" l="l"/>
            <a:pathLst>
              <a:path h="5074235" w="5419086">
                <a:moveTo>
                  <a:pt x="0" y="0"/>
                </a:moveTo>
                <a:lnTo>
                  <a:pt x="5419086" y="0"/>
                </a:lnTo>
                <a:lnTo>
                  <a:pt x="5419086" y="5074235"/>
                </a:lnTo>
                <a:lnTo>
                  <a:pt x="0" y="50742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497283" y="5076839"/>
            <a:ext cx="1055860" cy="1061651"/>
          </a:xfrm>
          <a:custGeom>
            <a:avLst/>
            <a:gdLst/>
            <a:ahLst/>
            <a:cxnLst/>
            <a:rect r="r" b="b" t="t" l="l"/>
            <a:pathLst>
              <a:path h="1061651" w="1055860">
                <a:moveTo>
                  <a:pt x="0" y="0"/>
                </a:moveTo>
                <a:lnTo>
                  <a:pt x="1055860" y="0"/>
                </a:lnTo>
                <a:lnTo>
                  <a:pt x="1055860" y="1061651"/>
                </a:lnTo>
                <a:lnTo>
                  <a:pt x="0" y="10616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3414494">
            <a:off x="10564149" y="7779981"/>
            <a:ext cx="898797" cy="681452"/>
          </a:xfrm>
          <a:custGeom>
            <a:avLst/>
            <a:gdLst/>
            <a:ahLst/>
            <a:cxnLst/>
            <a:rect r="r" b="b" t="t" l="l"/>
            <a:pathLst>
              <a:path h="681452" w="898797">
                <a:moveTo>
                  <a:pt x="0" y="0"/>
                </a:moveTo>
                <a:lnTo>
                  <a:pt x="898798" y="0"/>
                </a:lnTo>
                <a:lnTo>
                  <a:pt x="898798" y="681452"/>
                </a:lnTo>
                <a:lnTo>
                  <a:pt x="0" y="681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1093012" y="8523065"/>
            <a:ext cx="1081922" cy="108192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909419">
            <a:off x="651170" y="7922442"/>
            <a:ext cx="1390916" cy="1201245"/>
          </a:xfrm>
          <a:custGeom>
            <a:avLst/>
            <a:gdLst/>
            <a:ahLst/>
            <a:cxnLst/>
            <a:rect r="r" b="b" t="t" l="l"/>
            <a:pathLst>
              <a:path h="1201245" w="1390916">
                <a:moveTo>
                  <a:pt x="0" y="0"/>
                </a:moveTo>
                <a:lnTo>
                  <a:pt x="1390915" y="0"/>
                </a:lnTo>
                <a:lnTo>
                  <a:pt x="1390915" y="1201245"/>
                </a:lnTo>
                <a:lnTo>
                  <a:pt x="0" y="12012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0851968" y="4171913"/>
            <a:ext cx="692402" cy="69240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83570" y="892963"/>
            <a:ext cx="463057" cy="469026"/>
          </a:xfrm>
          <a:custGeom>
            <a:avLst/>
            <a:gdLst/>
            <a:ahLst/>
            <a:cxnLst/>
            <a:rect r="r" b="b" t="t" l="l"/>
            <a:pathLst>
              <a:path h="469026" w="463057">
                <a:moveTo>
                  <a:pt x="0" y="0"/>
                </a:moveTo>
                <a:lnTo>
                  <a:pt x="463057" y="0"/>
                </a:lnTo>
                <a:lnTo>
                  <a:pt x="463057" y="469027"/>
                </a:lnTo>
                <a:lnTo>
                  <a:pt x="0" y="4690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4" id="24"/>
          <p:cNvGrpSpPr/>
          <p:nvPr/>
        </p:nvGrpSpPr>
        <p:grpSpPr>
          <a:xfrm rot="0">
            <a:off x="1433095" y="2781976"/>
            <a:ext cx="401756" cy="40175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45590" y="3952082"/>
            <a:ext cx="369509" cy="420766"/>
          </a:xfrm>
          <a:custGeom>
            <a:avLst/>
            <a:gdLst/>
            <a:ahLst/>
            <a:cxnLst/>
            <a:rect r="r" b="b" t="t" l="l"/>
            <a:pathLst>
              <a:path h="420766" w="369509">
                <a:moveTo>
                  <a:pt x="0" y="0"/>
                </a:moveTo>
                <a:lnTo>
                  <a:pt x="369509" y="0"/>
                </a:lnTo>
                <a:lnTo>
                  <a:pt x="369509" y="420766"/>
                </a:lnTo>
                <a:lnTo>
                  <a:pt x="0" y="4207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true" flipV="false" rot="-3668832">
            <a:off x="10620865" y="4420846"/>
            <a:ext cx="2194120" cy="1327442"/>
          </a:xfrm>
          <a:custGeom>
            <a:avLst/>
            <a:gdLst/>
            <a:ahLst/>
            <a:cxnLst/>
            <a:rect r="r" b="b" t="t" l="l"/>
            <a:pathLst>
              <a:path h="1327442" w="2194120">
                <a:moveTo>
                  <a:pt x="2194120" y="0"/>
                </a:moveTo>
                <a:lnTo>
                  <a:pt x="0" y="0"/>
                </a:lnTo>
                <a:lnTo>
                  <a:pt x="0" y="1327442"/>
                </a:lnTo>
                <a:lnTo>
                  <a:pt x="2194120" y="1327442"/>
                </a:lnTo>
                <a:lnTo>
                  <a:pt x="219412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211536" y="4585333"/>
            <a:ext cx="196556" cy="278983"/>
          </a:xfrm>
          <a:custGeom>
            <a:avLst/>
            <a:gdLst/>
            <a:ahLst/>
            <a:cxnLst/>
            <a:rect r="r" b="b" t="t" l="l"/>
            <a:pathLst>
              <a:path h="278983" w="196556">
                <a:moveTo>
                  <a:pt x="0" y="0"/>
                </a:moveTo>
                <a:lnTo>
                  <a:pt x="196556" y="0"/>
                </a:lnTo>
                <a:lnTo>
                  <a:pt x="196556" y="278983"/>
                </a:lnTo>
                <a:lnTo>
                  <a:pt x="0" y="27898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-60614">
            <a:off x="11244875" y="662646"/>
            <a:ext cx="7955482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DESCRIPTION SCÉNARIO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154" y="459329"/>
            <a:ext cx="17557691" cy="9368341"/>
            <a:chOff x="0" y="0"/>
            <a:chExt cx="4624248" cy="2467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248" cy="2467382"/>
            </a:xfrm>
            <a:custGeom>
              <a:avLst/>
              <a:gdLst/>
              <a:ahLst/>
              <a:cxnLst/>
              <a:rect r="r" b="b" t="t" l="l"/>
              <a:pathLst>
                <a:path h="2467382" w="4624248">
                  <a:moveTo>
                    <a:pt x="30425" y="0"/>
                  </a:moveTo>
                  <a:lnTo>
                    <a:pt x="4593823" y="0"/>
                  </a:lnTo>
                  <a:cubicBezTo>
                    <a:pt x="4610626" y="0"/>
                    <a:pt x="4624248" y="13622"/>
                    <a:pt x="4624248" y="30425"/>
                  </a:cubicBezTo>
                  <a:lnTo>
                    <a:pt x="4624248" y="2436957"/>
                  </a:lnTo>
                  <a:cubicBezTo>
                    <a:pt x="4624248" y="2445026"/>
                    <a:pt x="4621042" y="2452765"/>
                    <a:pt x="4615337" y="2458471"/>
                  </a:cubicBezTo>
                  <a:cubicBezTo>
                    <a:pt x="4609631" y="2464177"/>
                    <a:pt x="4601892" y="2467382"/>
                    <a:pt x="4593823" y="2467382"/>
                  </a:cubicBezTo>
                  <a:lnTo>
                    <a:pt x="30425" y="2467382"/>
                  </a:lnTo>
                  <a:cubicBezTo>
                    <a:pt x="13622" y="2467382"/>
                    <a:pt x="0" y="2453760"/>
                    <a:pt x="0" y="2436957"/>
                  </a:cubicBezTo>
                  <a:lnTo>
                    <a:pt x="0" y="30425"/>
                  </a:lnTo>
                  <a:cubicBezTo>
                    <a:pt x="0" y="22356"/>
                    <a:pt x="3205" y="14617"/>
                    <a:pt x="8911" y="8911"/>
                  </a:cubicBezTo>
                  <a:cubicBezTo>
                    <a:pt x="14617" y="3205"/>
                    <a:pt x="22356" y="0"/>
                    <a:pt x="30425" y="0"/>
                  </a:cubicBezTo>
                  <a:close/>
                </a:path>
              </a:pathLst>
            </a:custGeom>
            <a:solidFill>
              <a:srgbClr val="FFF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248" cy="250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1234" y="459329"/>
            <a:ext cx="8712557" cy="9368341"/>
          </a:xfrm>
          <a:custGeom>
            <a:avLst/>
            <a:gdLst/>
            <a:ahLst/>
            <a:cxnLst/>
            <a:rect r="r" b="b" t="t" l="l"/>
            <a:pathLst>
              <a:path h="9368341" w="8712557">
                <a:moveTo>
                  <a:pt x="0" y="0"/>
                </a:moveTo>
                <a:lnTo>
                  <a:pt x="8712557" y="0"/>
                </a:lnTo>
                <a:lnTo>
                  <a:pt x="8712557" y="9368342"/>
                </a:lnTo>
                <a:lnTo>
                  <a:pt x="0" y="9368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44137" y="2854463"/>
            <a:ext cx="6360017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GESTION DES COLIS</a:t>
            </a:r>
          </a:p>
        </p:txBody>
      </p:sp>
      <p:sp>
        <p:nvSpPr>
          <p:cNvPr name="TextBox 7" id="7"/>
          <p:cNvSpPr txBox="true"/>
          <p:nvPr/>
        </p:nvSpPr>
        <p:spPr>
          <a:xfrm rot="-60614">
            <a:off x="10562429" y="820422"/>
            <a:ext cx="7955482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DIAGRAMME DE SÉQUENCE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592410" y="8119808"/>
            <a:ext cx="908741" cy="90874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63801" y="7492256"/>
            <a:ext cx="1081922" cy="10819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345088" y="3747752"/>
            <a:ext cx="692402" cy="69240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075602" y="9286916"/>
            <a:ext cx="401756" cy="40175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583944">
            <a:off x="11884921" y="3584103"/>
            <a:ext cx="5700493" cy="4477478"/>
          </a:xfrm>
          <a:custGeom>
            <a:avLst/>
            <a:gdLst/>
            <a:ahLst/>
            <a:cxnLst/>
            <a:rect r="r" b="b" t="t" l="l"/>
            <a:pathLst>
              <a:path h="4477478" w="5700493">
                <a:moveTo>
                  <a:pt x="0" y="0"/>
                </a:moveTo>
                <a:lnTo>
                  <a:pt x="5700494" y="0"/>
                </a:lnTo>
                <a:lnTo>
                  <a:pt x="5700494" y="4477478"/>
                </a:lnTo>
                <a:lnTo>
                  <a:pt x="0" y="44774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true" flipV="false" rot="-1831925">
            <a:off x="10739267" y="8071410"/>
            <a:ext cx="2313370" cy="1399589"/>
          </a:xfrm>
          <a:custGeom>
            <a:avLst/>
            <a:gdLst/>
            <a:ahLst/>
            <a:cxnLst/>
            <a:rect r="r" b="b" t="t" l="l"/>
            <a:pathLst>
              <a:path h="1399589" w="2313370">
                <a:moveTo>
                  <a:pt x="2313370" y="0"/>
                </a:moveTo>
                <a:lnTo>
                  <a:pt x="0" y="0"/>
                </a:lnTo>
                <a:lnTo>
                  <a:pt x="0" y="1399589"/>
                </a:lnTo>
                <a:lnTo>
                  <a:pt x="2313370" y="1399589"/>
                </a:lnTo>
                <a:lnTo>
                  <a:pt x="231337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577974" y="6643677"/>
            <a:ext cx="571653" cy="689494"/>
          </a:xfrm>
          <a:custGeom>
            <a:avLst/>
            <a:gdLst/>
            <a:ahLst/>
            <a:cxnLst/>
            <a:rect r="r" b="b" t="t" l="l"/>
            <a:pathLst>
              <a:path h="689494" w="571653">
                <a:moveTo>
                  <a:pt x="0" y="0"/>
                </a:moveTo>
                <a:lnTo>
                  <a:pt x="571653" y="0"/>
                </a:lnTo>
                <a:lnTo>
                  <a:pt x="571653" y="689493"/>
                </a:lnTo>
                <a:lnTo>
                  <a:pt x="0" y="6894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292881" y="8489206"/>
            <a:ext cx="627468" cy="381044"/>
          </a:xfrm>
          <a:custGeom>
            <a:avLst/>
            <a:gdLst/>
            <a:ahLst/>
            <a:cxnLst/>
            <a:rect r="r" b="b" t="t" l="l"/>
            <a:pathLst>
              <a:path h="381044" w="627468">
                <a:moveTo>
                  <a:pt x="0" y="0"/>
                </a:moveTo>
                <a:lnTo>
                  <a:pt x="627468" y="0"/>
                </a:lnTo>
                <a:lnTo>
                  <a:pt x="627468" y="381044"/>
                </a:lnTo>
                <a:lnTo>
                  <a:pt x="0" y="381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3724145" y="9258300"/>
            <a:ext cx="458987" cy="458987"/>
          </a:xfrm>
          <a:custGeom>
            <a:avLst/>
            <a:gdLst/>
            <a:ahLst/>
            <a:cxnLst/>
            <a:rect r="r" b="b" t="t" l="l"/>
            <a:pathLst>
              <a:path h="458987" w="458987">
                <a:moveTo>
                  <a:pt x="0" y="0"/>
                </a:moveTo>
                <a:lnTo>
                  <a:pt x="458988" y="0"/>
                </a:lnTo>
                <a:lnTo>
                  <a:pt x="458988" y="458987"/>
                </a:lnTo>
                <a:lnTo>
                  <a:pt x="0" y="458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-4072241">
            <a:off x="10891408" y="3715797"/>
            <a:ext cx="572928" cy="827435"/>
          </a:xfrm>
          <a:custGeom>
            <a:avLst/>
            <a:gdLst/>
            <a:ahLst/>
            <a:cxnLst/>
            <a:rect r="r" b="b" t="t" l="l"/>
            <a:pathLst>
              <a:path h="827435" w="572928">
                <a:moveTo>
                  <a:pt x="0" y="0"/>
                </a:moveTo>
                <a:lnTo>
                  <a:pt x="572928" y="0"/>
                </a:lnTo>
                <a:lnTo>
                  <a:pt x="572928" y="827435"/>
                </a:lnTo>
                <a:lnTo>
                  <a:pt x="0" y="82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-1776099">
            <a:off x="466928" y="8584411"/>
            <a:ext cx="1052073" cy="105207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2102666">
            <a:off x="1087250" y="8605480"/>
            <a:ext cx="558249" cy="650502"/>
          </a:xfrm>
          <a:custGeom>
            <a:avLst/>
            <a:gdLst/>
            <a:ahLst/>
            <a:cxnLst/>
            <a:rect r="r" b="b" t="t" l="l"/>
            <a:pathLst>
              <a:path h="650502" w="558249">
                <a:moveTo>
                  <a:pt x="0" y="0"/>
                </a:moveTo>
                <a:lnTo>
                  <a:pt x="558249" y="0"/>
                </a:lnTo>
                <a:lnTo>
                  <a:pt x="558249" y="650502"/>
                </a:lnTo>
                <a:lnTo>
                  <a:pt x="0" y="6505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0" id="30"/>
          <p:cNvGrpSpPr/>
          <p:nvPr/>
        </p:nvGrpSpPr>
        <p:grpSpPr>
          <a:xfrm rot="0">
            <a:off x="821836" y="1628295"/>
            <a:ext cx="129254" cy="12925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98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-2553747">
            <a:off x="382488" y="2740000"/>
            <a:ext cx="1304127" cy="788997"/>
          </a:xfrm>
          <a:custGeom>
            <a:avLst/>
            <a:gdLst/>
            <a:ahLst/>
            <a:cxnLst/>
            <a:rect r="r" b="b" t="t" l="l"/>
            <a:pathLst>
              <a:path h="788997" w="1304127">
                <a:moveTo>
                  <a:pt x="0" y="0"/>
                </a:moveTo>
                <a:lnTo>
                  <a:pt x="1304127" y="0"/>
                </a:lnTo>
                <a:lnTo>
                  <a:pt x="1304127" y="788996"/>
                </a:lnTo>
                <a:lnTo>
                  <a:pt x="0" y="788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7639474">
            <a:off x="805057" y="1943895"/>
            <a:ext cx="458987" cy="458987"/>
          </a:xfrm>
          <a:custGeom>
            <a:avLst/>
            <a:gdLst/>
            <a:ahLst/>
            <a:cxnLst/>
            <a:rect r="r" b="b" t="t" l="l"/>
            <a:pathLst>
              <a:path h="458987" w="458987">
                <a:moveTo>
                  <a:pt x="0" y="0"/>
                </a:moveTo>
                <a:lnTo>
                  <a:pt x="458988" y="0"/>
                </a:lnTo>
                <a:lnTo>
                  <a:pt x="458988" y="458987"/>
                </a:lnTo>
                <a:lnTo>
                  <a:pt x="0" y="458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154" y="459329"/>
            <a:ext cx="17557691" cy="9368341"/>
            <a:chOff x="0" y="0"/>
            <a:chExt cx="4624248" cy="2467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248" cy="2467382"/>
            </a:xfrm>
            <a:custGeom>
              <a:avLst/>
              <a:gdLst/>
              <a:ahLst/>
              <a:cxnLst/>
              <a:rect r="r" b="b" t="t" l="l"/>
              <a:pathLst>
                <a:path h="2467382" w="4624248">
                  <a:moveTo>
                    <a:pt x="30425" y="0"/>
                  </a:moveTo>
                  <a:lnTo>
                    <a:pt x="4593823" y="0"/>
                  </a:lnTo>
                  <a:cubicBezTo>
                    <a:pt x="4610626" y="0"/>
                    <a:pt x="4624248" y="13622"/>
                    <a:pt x="4624248" y="30425"/>
                  </a:cubicBezTo>
                  <a:lnTo>
                    <a:pt x="4624248" y="2436957"/>
                  </a:lnTo>
                  <a:cubicBezTo>
                    <a:pt x="4624248" y="2445026"/>
                    <a:pt x="4621042" y="2452765"/>
                    <a:pt x="4615337" y="2458471"/>
                  </a:cubicBezTo>
                  <a:cubicBezTo>
                    <a:pt x="4609631" y="2464177"/>
                    <a:pt x="4601892" y="2467382"/>
                    <a:pt x="4593823" y="2467382"/>
                  </a:cubicBezTo>
                  <a:lnTo>
                    <a:pt x="30425" y="2467382"/>
                  </a:lnTo>
                  <a:cubicBezTo>
                    <a:pt x="13622" y="2467382"/>
                    <a:pt x="0" y="2453760"/>
                    <a:pt x="0" y="2436957"/>
                  </a:cubicBezTo>
                  <a:lnTo>
                    <a:pt x="0" y="30425"/>
                  </a:lnTo>
                  <a:cubicBezTo>
                    <a:pt x="0" y="22356"/>
                    <a:pt x="3205" y="14617"/>
                    <a:pt x="8911" y="8911"/>
                  </a:cubicBezTo>
                  <a:cubicBezTo>
                    <a:pt x="14617" y="3205"/>
                    <a:pt x="22356" y="0"/>
                    <a:pt x="30425" y="0"/>
                  </a:cubicBezTo>
                  <a:close/>
                </a:path>
              </a:pathLst>
            </a:custGeom>
            <a:solidFill>
              <a:srgbClr val="FFF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248" cy="250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03326" y="459329"/>
            <a:ext cx="5034994" cy="9455388"/>
          </a:xfrm>
          <a:custGeom>
            <a:avLst/>
            <a:gdLst/>
            <a:ahLst/>
            <a:cxnLst/>
            <a:rect r="r" b="b" t="t" l="l"/>
            <a:pathLst>
              <a:path h="9455388" w="5034994">
                <a:moveTo>
                  <a:pt x="0" y="0"/>
                </a:moveTo>
                <a:lnTo>
                  <a:pt x="5034995" y="0"/>
                </a:lnTo>
                <a:lnTo>
                  <a:pt x="5034995" y="9455389"/>
                </a:lnTo>
                <a:lnTo>
                  <a:pt x="0" y="9455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5667" y="3112951"/>
            <a:ext cx="4230036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GESTION DES COLIS</a:t>
            </a:r>
          </a:p>
        </p:txBody>
      </p:sp>
      <p:sp>
        <p:nvSpPr>
          <p:cNvPr name="TextBox 7" id="7"/>
          <p:cNvSpPr txBox="true"/>
          <p:nvPr/>
        </p:nvSpPr>
        <p:spPr>
          <a:xfrm rot="-60614">
            <a:off x="1149402" y="911270"/>
            <a:ext cx="7955482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DIAGRAMME D’ACTIVITÉ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63767" y="6664887"/>
            <a:ext cx="1081922" cy="108192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23549" y="4601651"/>
            <a:ext cx="401756" cy="4017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3505828">
            <a:off x="11980189" y="4961641"/>
            <a:ext cx="5059295" cy="4902917"/>
          </a:xfrm>
          <a:custGeom>
            <a:avLst/>
            <a:gdLst/>
            <a:ahLst/>
            <a:cxnLst/>
            <a:rect r="r" b="b" t="t" l="l"/>
            <a:pathLst>
              <a:path h="4902917" w="5059295">
                <a:moveTo>
                  <a:pt x="0" y="0"/>
                </a:moveTo>
                <a:lnTo>
                  <a:pt x="5059294" y="0"/>
                </a:lnTo>
                <a:lnTo>
                  <a:pt x="5059294" y="4902916"/>
                </a:lnTo>
                <a:lnTo>
                  <a:pt x="0" y="490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425634" y="6664887"/>
            <a:ext cx="1131988" cy="1138196"/>
          </a:xfrm>
          <a:custGeom>
            <a:avLst/>
            <a:gdLst/>
            <a:ahLst/>
            <a:cxnLst/>
            <a:rect r="r" b="b" t="t" l="l"/>
            <a:pathLst>
              <a:path h="1138196" w="1131988">
                <a:moveTo>
                  <a:pt x="0" y="0"/>
                </a:moveTo>
                <a:lnTo>
                  <a:pt x="1131988" y="0"/>
                </a:lnTo>
                <a:lnTo>
                  <a:pt x="1131988" y="1138196"/>
                </a:lnTo>
                <a:lnTo>
                  <a:pt x="0" y="1138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890628" y="7497876"/>
            <a:ext cx="774248" cy="933851"/>
          </a:xfrm>
          <a:custGeom>
            <a:avLst/>
            <a:gdLst/>
            <a:ahLst/>
            <a:cxnLst/>
            <a:rect r="r" b="b" t="t" l="l"/>
            <a:pathLst>
              <a:path h="933851" w="774248">
                <a:moveTo>
                  <a:pt x="0" y="0"/>
                </a:moveTo>
                <a:lnTo>
                  <a:pt x="774247" y="0"/>
                </a:lnTo>
                <a:lnTo>
                  <a:pt x="774247" y="933851"/>
                </a:lnTo>
                <a:lnTo>
                  <a:pt x="0" y="9338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2866366">
            <a:off x="14639381" y="2736352"/>
            <a:ext cx="692402" cy="69240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264847">
            <a:off x="12120112" y="1592048"/>
            <a:ext cx="1918776" cy="1160860"/>
          </a:xfrm>
          <a:custGeom>
            <a:avLst/>
            <a:gdLst/>
            <a:ahLst/>
            <a:cxnLst/>
            <a:rect r="r" b="b" t="t" l="l"/>
            <a:pathLst>
              <a:path h="1160860" w="1918776">
                <a:moveTo>
                  <a:pt x="0" y="0"/>
                </a:moveTo>
                <a:lnTo>
                  <a:pt x="1918776" y="0"/>
                </a:lnTo>
                <a:lnTo>
                  <a:pt x="1918776" y="1160860"/>
                </a:lnTo>
                <a:lnTo>
                  <a:pt x="0" y="11608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780425">
            <a:off x="14735184" y="2262274"/>
            <a:ext cx="898797" cy="681452"/>
          </a:xfrm>
          <a:custGeom>
            <a:avLst/>
            <a:gdLst/>
            <a:ahLst/>
            <a:cxnLst/>
            <a:rect r="r" b="b" t="t" l="l"/>
            <a:pathLst>
              <a:path h="681452" w="898797">
                <a:moveTo>
                  <a:pt x="0" y="0"/>
                </a:moveTo>
                <a:lnTo>
                  <a:pt x="898797" y="0"/>
                </a:lnTo>
                <a:lnTo>
                  <a:pt x="898797" y="681452"/>
                </a:lnTo>
                <a:lnTo>
                  <a:pt x="0" y="6814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932785">
            <a:off x="1082349" y="6294227"/>
            <a:ext cx="1420802" cy="142080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true" flipV="false" rot="1097033">
            <a:off x="1844120" y="6100558"/>
            <a:ext cx="3942629" cy="2385291"/>
          </a:xfrm>
          <a:custGeom>
            <a:avLst/>
            <a:gdLst/>
            <a:ahLst/>
            <a:cxnLst/>
            <a:rect r="r" b="b" t="t" l="l"/>
            <a:pathLst>
              <a:path h="2385291" w="3942629">
                <a:moveTo>
                  <a:pt x="3942629" y="0"/>
                </a:moveTo>
                <a:lnTo>
                  <a:pt x="0" y="0"/>
                </a:lnTo>
                <a:lnTo>
                  <a:pt x="0" y="2385290"/>
                </a:lnTo>
                <a:lnTo>
                  <a:pt x="3942629" y="2385290"/>
                </a:lnTo>
                <a:lnTo>
                  <a:pt x="3942629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4811551">
            <a:off x="5750246" y="8520068"/>
            <a:ext cx="753904" cy="878490"/>
          </a:xfrm>
          <a:custGeom>
            <a:avLst/>
            <a:gdLst/>
            <a:ahLst/>
            <a:cxnLst/>
            <a:rect r="r" b="b" t="t" l="l"/>
            <a:pathLst>
              <a:path h="878490" w="753904">
                <a:moveTo>
                  <a:pt x="0" y="0"/>
                </a:moveTo>
                <a:lnTo>
                  <a:pt x="753904" y="0"/>
                </a:lnTo>
                <a:lnTo>
                  <a:pt x="753904" y="878489"/>
                </a:lnTo>
                <a:lnTo>
                  <a:pt x="0" y="8784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932785">
            <a:off x="922817" y="5646724"/>
            <a:ext cx="568259" cy="585286"/>
          </a:xfrm>
          <a:custGeom>
            <a:avLst/>
            <a:gdLst/>
            <a:ahLst/>
            <a:cxnLst/>
            <a:rect r="r" b="b" t="t" l="l"/>
            <a:pathLst>
              <a:path h="585286" w="568259">
                <a:moveTo>
                  <a:pt x="0" y="0"/>
                </a:moveTo>
                <a:lnTo>
                  <a:pt x="568259" y="0"/>
                </a:lnTo>
                <a:lnTo>
                  <a:pt x="568259" y="585286"/>
                </a:lnTo>
                <a:lnTo>
                  <a:pt x="0" y="5852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-1367016">
            <a:off x="6787178" y="4123067"/>
            <a:ext cx="490557" cy="49055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367016">
            <a:off x="7131161" y="3079123"/>
            <a:ext cx="129254" cy="12925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98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1367016">
            <a:off x="7119278" y="4171151"/>
            <a:ext cx="369509" cy="420766"/>
          </a:xfrm>
          <a:custGeom>
            <a:avLst/>
            <a:gdLst/>
            <a:ahLst/>
            <a:cxnLst/>
            <a:rect r="r" b="b" t="t" l="l"/>
            <a:pathLst>
              <a:path h="420766" w="369509">
                <a:moveTo>
                  <a:pt x="0" y="0"/>
                </a:moveTo>
                <a:lnTo>
                  <a:pt x="369509" y="0"/>
                </a:lnTo>
                <a:lnTo>
                  <a:pt x="369509" y="420766"/>
                </a:lnTo>
                <a:lnTo>
                  <a:pt x="0" y="4207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5154" y="459329"/>
            <a:ext cx="17557691" cy="9368341"/>
            <a:chOff x="0" y="0"/>
            <a:chExt cx="4624248" cy="24673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4248" cy="2467382"/>
            </a:xfrm>
            <a:custGeom>
              <a:avLst/>
              <a:gdLst/>
              <a:ahLst/>
              <a:cxnLst/>
              <a:rect r="r" b="b" t="t" l="l"/>
              <a:pathLst>
                <a:path h="2467382" w="4624248">
                  <a:moveTo>
                    <a:pt x="30425" y="0"/>
                  </a:moveTo>
                  <a:lnTo>
                    <a:pt x="4593823" y="0"/>
                  </a:lnTo>
                  <a:cubicBezTo>
                    <a:pt x="4610626" y="0"/>
                    <a:pt x="4624248" y="13622"/>
                    <a:pt x="4624248" y="30425"/>
                  </a:cubicBezTo>
                  <a:lnTo>
                    <a:pt x="4624248" y="2436957"/>
                  </a:lnTo>
                  <a:cubicBezTo>
                    <a:pt x="4624248" y="2445026"/>
                    <a:pt x="4621042" y="2452765"/>
                    <a:pt x="4615337" y="2458471"/>
                  </a:cubicBezTo>
                  <a:cubicBezTo>
                    <a:pt x="4609631" y="2464177"/>
                    <a:pt x="4601892" y="2467382"/>
                    <a:pt x="4593823" y="2467382"/>
                  </a:cubicBezTo>
                  <a:lnTo>
                    <a:pt x="30425" y="2467382"/>
                  </a:lnTo>
                  <a:cubicBezTo>
                    <a:pt x="13622" y="2467382"/>
                    <a:pt x="0" y="2453760"/>
                    <a:pt x="0" y="2436957"/>
                  </a:cubicBezTo>
                  <a:lnTo>
                    <a:pt x="0" y="30425"/>
                  </a:lnTo>
                  <a:cubicBezTo>
                    <a:pt x="0" y="22356"/>
                    <a:pt x="3205" y="14617"/>
                    <a:pt x="8911" y="8911"/>
                  </a:cubicBezTo>
                  <a:cubicBezTo>
                    <a:pt x="14617" y="3205"/>
                    <a:pt x="22356" y="0"/>
                    <a:pt x="30425" y="0"/>
                  </a:cubicBezTo>
                  <a:close/>
                </a:path>
              </a:pathLst>
            </a:custGeom>
            <a:solidFill>
              <a:srgbClr val="FFF8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4248" cy="250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167677" y="459329"/>
            <a:ext cx="10989256" cy="9368341"/>
          </a:xfrm>
          <a:custGeom>
            <a:avLst/>
            <a:gdLst/>
            <a:ahLst/>
            <a:cxnLst/>
            <a:rect r="r" b="b" t="t" l="l"/>
            <a:pathLst>
              <a:path h="9368341" w="10989256">
                <a:moveTo>
                  <a:pt x="0" y="0"/>
                </a:moveTo>
                <a:lnTo>
                  <a:pt x="10989256" y="0"/>
                </a:lnTo>
                <a:lnTo>
                  <a:pt x="10989256" y="9368342"/>
                </a:lnTo>
                <a:lnTo>
                  <a:pt x="0" y="9368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4924" y="2864327"/>
            <a:ext cx="4230036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402A02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GESTION DES COLIS</a:t>
            </a:r>
          </a:p>
        </p:txBody>
      </p:sp>
      <p:sp>
        <p:nvSpPr>
          <p:cNvPr name="TextBox 7" id="7"/>
          <p:cNvSpPr txBox="true"/>
          <p:nvPr/>
        </p:nvSpPr>
        <p:spPr>
          <a:xfrm rot="-60614">
            <a:off x="558659" y="662646"/>
            <a:ext cx="7955482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DIAGRAMME</a:t>
            </a:r>
          </a:p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D9800"/>
                </a:solidFill>
                <a:latin typeface="Cherry Bomb One"/>
                <a:ea typeface="Cherry Bomb One"/>
                <a:cs typeface="Cherry Bomb One"/>
                <a:sym typeface="Cherry Bomb One"/>
              </a:rPr>
              <a:t>DE CLASSE</a:t>
            </a:r>
          </a:p>
        </p:txBody>
      </p:sp>
      <p:grpSp>
        <p:nvGrpSpPr>
          <p:cNvPr name="Group 8" id="8"/>
          <p:cNvGrpSpPr/>
          <p:nvPr/>
        </p:nvGrpSpPr>
        <p:grpSpPr>
          <a:xfrm rot="1862274">
            <a:off x="4897687" y="4212493"/>
            <a:ext cx="1134438" cy="113443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1862274">
            <a:off x="1602216" y="3778081"/>
            <a:ext cx="3820300" cy="3285458"/>
          </a:xfrm>
          <a:custGeom>
            <a:avLst/>
            <a:gdLst/>
            <a:ahLst/>
            <a:cxnLst/>
            <a:rect r="r" b="b" t="t" l="l"/>
            <a:pathLst>
              <a:path h="3285458" w="3820300">
                <a:moveTo>
                  <a:pt x="0" y="0"/>
                </a:moveTo>
                <a:lnTo>
                  <a:pt x="3820301" y="0"/>
                </a:lnTo>
                <a:lnTo>
                  <a:pt x="3820301" y="3285458"/>
                </a:lnTo>
                <a:lnTo>
                  <a:pt x="0" y="32854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1862274">
            <a:off x="3367948" y="6964642"/>
            <a:ext cx="552848" cy="55284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476223">
            <a:off x="5368494" y="4709943"/>
            <a:ext cx="758998" cy="480239"/>
          </a:xfrm>
          <a:custGeom>
            <a:avLst/>
            <a:gdLst/>
            <a:ahLst/>
            <a:cxnLst/>
            <a:rect r="r" b="b" t="t" l="l"/>
            <a:pathLst>
              <a:path h="480239" w="758998">
                <a:moveTo>
                  <a:pt x="0" y="0"/>
                </a:moveTo>
                <a:lnTo>
                  <a:pt x="758998" y="0"/>
                </a:lnTo>
                <a:lnTo>
                  <a:pt x="758998" y="480239"/>
                </a:lnTo>
                <a:lnTo>
                  <a:pt x="0" y="4802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1862274">
            <a:off x="3678415" y="7146672"/>
            <a:ext cx="555355" cy="536170"/>
          </a:xfrm>
          <a:custGeom>
            <a:avLst/>
            <a:gdLst/>
            <a:ahLst/>
            <a:cxnLst/>
            <a:rect r="r" b="b" t="t" l="l"/>
            <a:pathLst>
              <a:path h="536170" w="555355">
                <a:moveTo>
                  <a:pt x="0" y="0"/>
                </a:moveTo>
                <a:lnTo>
                  <a:pt x="555355" y="0"/>
                </a:lnTo>
                <a:lnTo>
                  <a:pt x="555355" y="536170"/>
                </a:lnTo>
                <a:lnTo>
                  <a:pt x="0" y="5361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777350" y="8669474"/>
            <a:ext cx="908741" cy="90874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1385341">
            <a:off x="1495947" y="7758556"/>
            <a:ext cx="3011299" cy="1821836"/>
          </a:xfrm>
          <a:custGeom>
            <a:avLst/>
            <a:gdLst/>
            <a:ahLst/>
            <a:cxnLst/>
            <a:rect r="r" b="b" t="t" l="l"/>
            <a:pathLst>
              <a:path h="1821836" w="3011299">
                <a:moveTo>
                  <a:pt x="0" y="0"/>
                </a:moveTo>
                <a:lnTo>
                  <a:pt x="3011299" y="0"/>
                </a:lnTo>
                <a:lnTo>
                  <a:pt x="3011299" y="1821836"/>
                </a:lnTo>
                <a:lnTo>
                  <a:pt x="0" y="18218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40367" y="9063599"/>
            <a:ext cx="691353" cy="135757"/>
          </a:xfrm>
          <a:custGeom>
            <a:avLst/>
            <a:gdLst/>
            <a:ahLst/>
            <a:cxnLst/>
            <a:rect r="r" b="b" t="t" l="l"/>
            <a:pathLst>
              <a:path h="135757" w="691353">
                <a:moveTo>
                  <a:pt x="0" y="0"/>
                </a:moveTo>
                <a:lnTo>
                  <a:pt x="691353" y="0"/>
                </a:lnTo>
                <a:lnTo>
                  <a:pt x="691353" y="135757"/>
                </a:lnTo>
                <a:lnTo>
                  <a:pt x="0" y="1357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754001">
            <a:off x="17423439" y="834826"/>
            <a:ext cx="340513" cy="387747"/>
          </a:xfrm>
          <a:custGeom>
            <a:avLst/>
            <a:gdLst/>
            <a:ahLst/>
            <a:cxnLst/>
            <a:rect r="r" b="b" t="t" l="l"/>
            <a:pathLst>
              <a:path h="387747" w="340513">
                <a:moveTo>
                  <a:pt x="0" y="0"/>
                </a:moveTo>
                <a:lnTo>
                  <a:pt x="340513" y="0"/>
                </a:lnTo>
                <a:lnTo>
                  <a:pt x="340513" y="387748"/>
                </a:lnTo>
                <a:lnTo>
                  <a:pt x="0" y="3877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3" id="23"/>
          <p:cNvGrpSpPr/>
          <p:nvPr/>
        </p:nvGrpSpPr>
        <p:grpSpPr>
          <a:xfrm rot="0">
            <a:off x="17191940" y="1535146"/>
            <a:ext cx="401756" cy="40175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5B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464441" y="1807647"/>
            <a:ext cx="129254" cy="12925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98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4434193">
            <a:off x="17248019" y="2359779"/>
            <a:ext cx="691353" cy="135757"/>
          </a:xfrm>
          <a:custGeom>
            <a:avLst/>
            <a:gdLst/>
            <a:ahLst/>
            <a:cxnLst/>
            <a:rect r="r" b="b" t="t" l="l"/>
            <a:pathLst>
              <a:path h="135757" w="691353">
                <a:moveTo>
                  <a:pt x="0" y="0"/>
                </a:moveTo>
                <a:lnTo>
                  <a:pt x="691353" y="0"/>
                </a:lnTo>
                <a:lnTo>
                  <a:pt x="691353" y="135757"/>
                </a:lnTo>
                <a:lnTo>
                  <a:pt x="0" y="1357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DAG-sXDWrMw</dc:identifier>
  <dcterms:modified xsi:type="dcterms:W3CDTF">2011-08-01T06:04:30Z</dcterms:modified>
  <cp:revision>1</cp:revision>
  <dc:title>Brown and Orange Playful Cheese Lover's Day Presentation</dc:title>
</cp:coreProperties>
</file>